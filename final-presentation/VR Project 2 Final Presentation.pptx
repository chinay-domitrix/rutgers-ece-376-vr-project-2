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4"/>
  </p:sldMasterIdLst>
  <p:notesMasterIdLst>
    <p:notesMasterId r:id="rId16"/>
  </p:notesMasterIdLst>
  <p:sldIdLst>
    <p:sldId id="262" r:id="rId5"/>
    <p:sldId id="266" r:id="rId6"/>
    <p:sldId id="267" r:id="rId7"/>
    <p:sldId id="268" r:id="rId8"/>
    <p:sldId id="276" r:id="rId9"/>
    <p:sldId id="274" r:id="rId10"/>
    <p:sldId id="269" r:id="rId11"/>
    <p:sldId id="270" r:id="rId12"/>
    <p:sldId id="275" r:id="rId13"/>
    <p:sldId id="272" r:id="rId14"/>
    <p:sldId id="273" r:id="rId15"/>
  </p:sldIdLst>
  <p:sldSz cx="12192000" cy="6858000"/>
  <p:notesSz cx="6858000" cy="9144000"/>
  <p:embeddedFontLst>
    <p:embeddedFont>
      <p:font typeface="Calisto MT" panose="02040603050505030304" pitchFamily="18" charset="0"/>
      <p:regular r:id="rId17"/>
      <p:bold r:id="rId18"/>
      <p:italic r:id="rId19"/>
      <p:boldItalic r:id="rId20"/>
    </p:embeddedFont>
    <p:embeddedFont>
      <p:font typeface="Wingdings 2" panose="050201020105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26E60-5440-4011-A508-095879F93029}" v="75" dt="2026-05-04T18:41:52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2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4A4F9B-A984-48F4-9D7C-06D12A6DECE6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62E3D5-AFA9-4D5A-BBF9-4F6C2C826410}">
      <dgm:prSet/>
      <dgm:spPr/>
      <dgm:t>
        <a:bodyPr/>
        <a:lstStyle/>
        <a:p>
          <a:r>
            <a:rPr lang="en-US"/>
            <a:t>Rover Ready is a browser-based WebXR rover repair bay</a:t>
          </a:r>
        </a:p>
      </dgm:t>
    </dgm:pt>
    <dgm:pt modelId="{1EA083B6-55A2-44A2-9800-CE493F5D9FFC}" type="parTrans" cxnId="{7C0E35BB-2256-48C6-A3E3-B9BEEBD4AEFF}">
      <dgm:prSet/>
      <dgm:spPr/>
      <dgm:t>
        <a:bodyPr/>
        <a:lstStyle/>
        <a:p>
          <a:endParaRPr lang="en-US"/>
        </a:p>
      </dgm:t>
    </dgm:pt>
    <dgm:pt modelId="{0AEB1647-1679-4094-84BE-83F79BBFAEF7}" type="sibTrans" cxnId="{7C0E35BB-2256-48C6-A3E3-B9BEEBD4AEFF}">
      <dgm:prSet/>
      <dgm:spPr/>
      <dgm:t>
        <a:bodyPr/>
        <a:lstStyle/>
        <a:p>
          <a:endParaRPr lang="en-US"/>
        </a:p>
      </dgm:t>
    </dgm:pt>
    <dgm:pt modelId="{48CA728E-78C1-4196-A5F6-CE2507471D86}">
      <dgm:prSet/>
      <dgm:spPr/>
      <dgm:t>
        <a:bodyPr/>
        <a:lstStyle/>
        <a:p>
          <a:r>
            <a:rPr lang="en-US"/>
            <a:t>The player calls a rover into the bay, powers it, repairs it, checks it, and sends it out</a:t>
          </a:r>
        </a:p>
      </dgm:t>
    </dgm:pt>
    <dgm:pt modelId="{094E06D9-0DCF-458E-A17E-292E5D8824D9}" type="parTrans" cxnId="{CED00519-F636-4B10-9999-F62C4CAA91A8}">
      <dgm:prSet/>
      <dgm:spPr/>
      <dgm:t>
        <a:bodyPr/>
        <a:lstStyle/>
        <a:p>
          <a:endParaRPr lang="en-US"/>
        </a:p>
      </dgm:t>
    </dgm:pt>
    <dgm:pt modelId="{2C643551-6E39-4D99-A0F1-5C825D434F2E}" type="sibTrans" cxnId="{CED00519-F636-4B10-9999-F62C4CAA91A8}">
      <dgm:prSet/>
      <dgm:spPr/>
      <dgm:t>
        <a:bodyPr/>
        <a:lstStyle/>
        <a:p>
          <a:endParaRPr lang="en-US"/>
        </a:p>
      </dgm:t>
    </dgm:pt>
    <dgm:pt modelId="{28B4D004-245B-40E3-AD2C-72565B8CEF43}">
      <dgm:prSet/>
      <dgm:spPr/>
      <dgm:t>
        <a:bodyPr/>
        <a:lstStyle/>
        <a:p>
          <a:r>
            <a:rPr lang="en-US"/>
            <a:t>The project stays in one compact garage room instead of trying to become a large level</a:t>
          </a:r>
        </a:p>
      </dgm:t>
    </dgm:pt>
    <dgm:pt modelId="{0FFBA6F5-C135-4763-ADF1-556FBB39268B}" type="parTrans" cxnId="{D0880BCA-7D85-4041-BEA1-EE3C48812133}">
      <dgm:prSet/>
      <dgm:spPr/>
      <dgm:t>
        <a:bodyPr/>
        <a:lstStyle/>
        <a:p>
          <a:endParaRPr lang="en-US"/>
        </a:p>
      </dgm:t>
    </dgm:pt>
    <dgm:pt modelId="{2CEAA38E-19DD-4AF0-9BDC-781EBB5AD2FB}" type="sibTrans" cxnId="{D0880BCA-7D85-4041-BEA1-EE3C48812133}">
      <dgm:prSet/>
      <dgm:spPr/>
      <dgm:t>
        <a:bodyPr/>
        <a:lstStyle/>
        <a:p>
          <a:endParaRPr lang="en-US"/>
        </a:p>
      </dgm:t>
    </dgm:pt>
    <dgm:pt modelId="{42C5AE58-BBAC-4F3A-81E3-E5BA2C86C021}">
      <dgm:prSet/>
      <dgm:spPr/>
      <dgm:t>
        <a:bodyPr/>
        <a:lstStyle/>
        <a:p>
          <a:r>
            <a:rPr lang="en-US"/>
            <a:t>Built with Blender, Three.js, WebXR, GLTFLoader, and Cannon-ES</a:t>
          </a:r>
        </a:p>
      </dgm:t>
    </dgm:pt>
    <dgm:pt modelId="{6AC006BA-55D6-45E8-BE2C-C02A5404453E}" type="parTrans" cxnId="{179AD868-3E58-48B1-8634-AEF53F32F32D}">
      <dgm:prSet/>
      <dgm:spPr/>
      <dgm:t>
        <a:bodyPr/>
        <a:lstStyle/>
        <a:p>
          <a:endParaRPr lang="en-US"/>
        </a:p>
      </dgm:t>
    </dgm:pt>
    <dgm:pt modelId="{8D8B0BBA-30BB-4A5C-8A04-8324A0250A3E}" type="sibTrans" cxnId="{179AD868-3E58-48B1-8634-AEF53F32F32D}">
      <dgm:prSet/>
      <dgm:spPr/>
      <dgm:t>
        <a:bodyPr/>
        <a:lstStyle/>
        <a:p>
          <a:endParaRPr lang="en-US"/>
        </a:p>
      </dgm:t>
    </dgm:pt>
    <dgm:pt modelId="{2E2CE4D0-0BB5-4523-A559-763042B55EBC}" type="pres">
      <dgm:prSet presAssocID="{714A4F9B-A984-48F4-9D7C-06D12A6DECE6}" presName="vert0" presStyleCnt="0">
        <dgm:presLayoutVars>
          <dgm:dir/>
          <dgm:animOne val="branch"/>
          <dgm:animLvl val="lvl"/>
        </dgm:presLayoutVars>
      </dgm:prSet>
      <dgm:spPr/>
    </dgm:pt>
    <dgm:pt modelId="{06C6CD8F-A4F1-4D06-A838-01BCF24C9024}" type="pres">
      <dgm:prSet presAssocID="{4F62E3D5-AFA9-4D5A-BBF9-4F6C2C826410}" presName="thickLine" presStyleLbl="alignNode1" presStyleIdx="0" presStyleCnt="4"/>
      <dgm:spPr/>
    </dgm:pt>
    <dgm:pt modelId="{1398B662-9675-48A0-9664-F94F0A26B3B1}" type="pres">
      <dgm:prSet presAssocID="{4F62E3D5-AFA9-4D5A-BBF9-4F6C2C826410}" presName="horz1" presStyleCnt="0"/>
      <dgm:spPr/>
    </dgm:pt>
    <dgm:pt modelId="{7FFBA88F-8B58-4336-A6EC-BFC0F27D408A}" type="pres">
      <dgm:prSet presAssocID="{4F62E3D5-AFA9-4D5A-BBF9-4F6C2C826410}" presName="tx1" presStyleLbl="revTx" presStyleIdx="0" presStyleCnt="4"/>
      <dgm:spPr/>
    </dgm:pt>
    <dgm:pt modelId="{83AF109B-A8A7-421D-92FC-4DA655C2C916}" type="pres">
      <dgm:prSet presAssocID="{4F62E3D5-AFA9-4D5A-BBF9-4F6C2C826410}" presName="vert1" presStyleCnt="0"/>
      <dgm:spPr/>
    </dgm:pt>
    <dgm:pt modelId="{9ECBA4C0-D132-451A-A718-53458129FB8E}" type="pres">
      <dgm:prSet presAssocID="{48CA728E-78C1-4196-A5F6-CE2507471D86}" presName="thickLine" presStyleLbl="alignNode1" presStyleIdx="1" presStyleCnt="4"/>
      <dgm:spPr/>
    </dgm:pt>
    <dgm:pt modelId="{0BBF039B-12BD-43DA-8FFF-08EFB9C50B15}" type="pres">
      <dgm:prSet presAssocID="{48CA728E-78C1-4196-A5F6-CE2507471D86}" presName="horz1" presStyleCnt="0"/>
      <dgm:spPr/>
    </dgm:pt>
    <dgm:pt modelId="{58CF2212-D522-40B8-AD4F-1E6CC8BF2188}" type="pres">
      <dgm:prSet presAssocID="{48CA728E-78C1-4196-A5F6-CE2507471D86}" presName="tx1" presStyleLbl="revTx" presStyleIdx="1" presStyleCnt="4"/>
      <dgm:spPr/>
    </dgm:pt>
    <dgm:pt modelId="{D67B5B54-E000-4AB0-BEF5-4FCC2EBF84A1}" type="pres">
      <dgm:prSet presAssocID="{48CA728E-78C1-4196-A5F6-CE2507471D86}" presName="vert1" presStyleCnt="0"/>
      <dgm:spPr/>
    </dgm:pt>
    <dgm:pt modelId="{49351691-8D03-4177-8528-54167EB3AE29}" type="pres">
      <dgm:prSet presAssocID="{28B4D004-245B-40E3-AD2C-72565B8CEF43}" presName="thickLine" presStyleLbl="alignNode1" presStyleIdx="2" presStyleCnt="4"/>
      <dgm:spPr/>
    </dgm:pt>
    <dgm:pt modelId="{CB4C6661-CBC1-4C57-96F4-2B3300AA9630}" type="pres">
      <dgm:prSet presAssocID="{28B4D004-245B-40E3-AD2C-72565B8CEF43}" presName="horz1" presStyleCnt="0"/>
      <dgm:spPr/>
    </dgm:pt>
    <dgm:pt modelId="{63C34ACB-E497-4250-BBFA-EAC141B4B020}" type="pres">
      <dgm:prSet presAssocID="{28B4D004-245B-40E3-AD2C-72565B8CEF43}" presName="tx1" presStyleLbl="revTx" presStyleIdx="2" presStyleCnt="4"/>
      <dgm:spPr/>
    </dgm:pt>
    <dgm:pt modelId="{983449AA-DF01-420D-863A-6B754C368EAC}" type="pres">
      <dgm:prSet presAssocID="{28B4D004-245B-40E3-AD2C-72565B8CEF43}" presName="vert1" presStyleCnt="0"/>
      <dgm:spPr/>
    </dgm:pt>
    <dgm:pt modelId="{AB71784D-4861-4113-A2D7-77842839AD59}" type="pres">
      <dgm:prSet presAssocID="{42C5AE58-BBAC-4F3A-81E3-E5BA2C86C021}" presName="thickLine" presStyleLbl="alignNode1" presStyleIdx="3" presStyleCnt="4"/>
      <dgm:spPr/>
    </dgm:pt>
    <dgm:pt modelId="{BBB2F0CE-E097-423F-843E-FA5B017F7B39}" type="pres">
      <dgm:prSet presAssocID="{42C5AE58-BBAC-4F3A-81E3-E5BA2C86C021}" presName="horz1" presStyleCnt="0"/>
      <dgm:spPr/>
    </dgm:pt>
    <dgm:pt modelId="{297083C7-3814-4C0F-8214-16F6D291031E}" type="pres">
      <dgm:prSet presAssocID="{42C5AE58-BBAC-4F3A-81E3-E5BA2C86C021}" presName="tx1" presStyleLbl="revTx" presStyleIdx="3" presStyleCnt="4"/>
      <dgm:spPr/>
    </dgm:pt>
    <dgm:pt modelId="{BD62B28D-D723-44B4-9042-56C0E02F3D11}" type="pres">
      <dgm:prSet presAssocID="{42C5AE58-BBAC-4F3A-81E3-E5BA2C86C021}" presName="vert1" presStyleCnt="0"/>
      <dgm:spPr/>
    </dgm:pt>
  </dgm:ptLst>
  <dgm:cxnLst>
    <dgm:cxn modelId="{CED00519-F636-4B10-9999-F62C4CAA91A8}" srcId="{714A4F9B-A984-48F4-9D7C-06D12A6DECE6}" destId="{48CA728E-78C1-4196-A5F6-CE2507471D86}" srcOrd="1" destOrd="0" parTransId="{094E06D9-0DCF-458E-A17E-292E5D8824D9}" sibTransId="{2C643551-6E39-4D99-A0F1-5C825D434F2E}"/>
    <dgm:cxn modelId="{9CDBFE1E-0888-4D65-9FFD-FE4A2E0ED4C6}" type="presOf" srcId="{714A4F9B-A984-48F4-9D7C-06D12A6DECE6}" destId="{2E2CE4D0-0BB5-4523-A559-763042B55EBC}" srcOrd="0" destOrd="0" presId="urn:microsoft.com/office/officeart/2008/layout/LinedList"/>
    <dgm:cxn modelId="{179AD868-3E58-48B1-8634-AEF53F32F32D}" srcId="{714A4F9B-A984-48F4-9D7C-06D12A6DECE6}" destId="{42C5AE58-BBAC-4F3A-81E3-E5BA2C86C021}" srcOrd="3" destOrd="0" parTransId="{6AC006BA-55D6-45E8-BE2C-C02A5404453E}" sibTransId="{8D8B0BBA-30BB-4A5C-8A04-8324A0250A3E}"/>
    <dgm:cxn modelId="{B5D1F377-C53A-4B8E-81B4-FA5EDD594899}" type="presOf" srcId="{4F62E3D5-AFA9-4D5A-BBF9-4F6C2C826410}" destId="{7FFBA88F-8B58-4336-A6EC-BFC0F27D408A}" srcOrd="0" destOrd="0" presId="urn:microsoft.com/office/officeart/2008/layout/LinedList"/>
    <dgm:cxn modelId="{466FB494-A6F4-4CE5-9012-A70F263D6895}" type="presOf" srcId="{42C5AE58-BBAC-4F3A-81E3-E5BA2C86C021}" destId="{297083C7-3814-4C0F-8214-16F6D291031E}" srcOrd="0" destOrd="0" presId="urn:microsoft.com/office/officeart/2008/layout/LinedList"/>
    <dgm:cxn modelId="{86D97895-67D2-4134-BAD9-0F4503ADADD8}" type="presOf" srcId="{28B4D004-245B-40E3-AD2C-72565B8CEF43}" destId="{63C34ACB-E497-4250-BBFA-EAC141B4B020}" srcOrd="0" destOrd="0" presId="urn:microsoft.com/office/officeart/2008/layout/LinedList"/>
    <dgm:cxn modelId="{7C0E35BB-2256-48C6-A3E3-B9BEEBD4AEFF}" srcId="{714A4F9B-A984-48F4-9D7C-06D12A6DECE6}" destId="{4F62E3D5-AFA9-4D5A-BBF9-4F6C2C826410}" srcOrd="0" destOrd="0" parTransId="{1EA083B6-55A2-44A2-9800-CE493F5D9FFC}" sibTransId="{0AEB1647-1679-4094-84BE-83F79BBFAEF7}"/>
    <dgm:cxn modelId="{D0880BCA-7D85-4041-BEA1-EE3C48812133}" srcId="{714A4F9B-A984-48F4-9D7C-06D12A6DECE6}" destId="{28B4D004-245B-40E3-AD2C-72565B8CEF43}" srcOrd="2" destOrd="0" parTransId="{0FFBA6F5-C135-4763-ADF1-556FBB39268B}" sibTransId="{2CEAA38E-19DD-4AF0-9BDC-781EBB5AD2FB}"/>
    <dgm:cxn modelId="{B27F66D3-FE77-4181-80FC-873DB3CCF6CA}" type="presOf" srcId="{48CA728E-78C1-4196-A5F6-CE2507471D86}" destId="{58CF2212-D522-40B8-AD4F-1E6CC8BF2188}" srcOrd="0" destOrd="0" presId="urn:microsoft.com/office/officeart/2008/layout/LinedList"/>
    <dgm:cxn modelId="{D187DBBE-314A-470B-98B6-1A4BC4DC2395}" type="presParOf" srcId="{2E2CE4D0-0BB5-4523-A559-763042B55EBC}" destId="{06C6CD8F-A4F1-4D06-A838-01BCF24C9024}" srcOrd="0" destOrd="0" presId="urn:microsoft.com/office/officeart/2008/layout/LinedList"/>
    <dgm:cxn modelId="{786D1E11-A0CF-47DD-A52F-D9F2A536E866}" type="presParOf" srcId="{2E2CE4D0-0BB5-4523-A559-763042B55EBC}" destId="{1398B662-9675-48A0-9664-F94F0A26B3B1}" srcOrd="1" destOrd="0" presId="urn:microsoft.com/office/officeart/2008/layout/LinedList"/>
    <dgm:cxn modelId="{49CA1C9A-6577-4541-B5FA-7F6892352EA0}" type="presParOf" srcId="{1398B662-9675-48A0-9664-F94F0A26B3B1}" destId="{7FFBA88F-8B58-4336-A6EC-BFC0F27D408A}" srcOrd="0" destOrd="0" presId="urn:microsoft.com/office/officeart/2008/layout/LinedList"/>
    <dgm:cxn modelId="{B65C3230-4DF1-4A9F-A494-4D5EB1B595AA}" type="presParOf" srcId="{1398B662-9675-48A0-9664-F94F0A26B3B1}" destId="{83AF109B-A8A7-421D-92FC-4DA655C2C916}" srcOrd="1" destOrd="0" presId="urn:microsoft.com/office/officeart/2008/layout/LinedList"/>
    <dgm:cxn modelId="{FA67A346-E5C1-43CF-849F-1DB3C230A362}" type="presParOf" srcId="{2E2CE4D0-0BB5-4523-A559-763042B55EBC}" destId="{9ECBA4C0-D132-451A-A718-53458129FB8E}" srcOrd="2" destOrd="0" presId="urn:microsoft.com/office/officeart/2008/layout/LinedList"/>
    <dgm:cxn modelId="{E491956B-48E5-4D49-B662-EAF874C39F97}" type="presParOf" srcId="{2E2CE4D0-0BB5-4523-A559-763042B55EBC}" destId="{0BBF039B-12BD-43DA-8FFF-08EFB9C50B15}" srcOrd="3" destOrd="0" presId="urn:microsoft.com/office/officeart/2008/layout/LinedList"/>
    <dgm:cxn modelId="{C00B818F-86AF-4186-BF08-0422C0A8A33D}" type="presParOf" srcId="{0BBF039B-12BD-43DA-8FFF-08EFB9C50B15}" destId="{58CF2212-D522-40B8-AD4F-1E6CC8BF2188}" srcOrd="0" destOrd="0" presId="urn:microsoft.com/office/officeart/2008/layout/LinedList"/>
    <dgm:cxn modelId="{688D02DE-393F-4DD1-97A8-D8E14885BF35}" type="presParOf" srcId="{0BBF039B-12BD-43DA-8FFF-08EFB9C50B15}" destId="{D67B5B54-E000-4AB0-BEF5-4FCC2EBF84A1}" srcOrd="1" destOrd="0" presId="urn:microsoft.com/office/officeart/2008/layout/LinedList"/>
    <dgm:cxn modelId="{A0D27D37-F013-4685-B504-F69D8525F9D0}" type="presParOf" srcId="{2E2CE4D0-0BB5-4523-A559-763042B55EBC}" destId="{49351691-8D03-4177-8528-54167EB3AE29}" srcOrd="4" destOrd="0" presId="urn:microsoft.com/office/officeart/2008/layout/LinedList"/>
    <dgm:cxn modelId="{671D3417-32B5-4615-91B6-31A70A898116}" type="presParOf" srcId="{2E2CE4D0-0BB5-4523-A559-763042B55EBC}" destId="{CB4C6661-CBC1-4C57-96F4-2B3300AA9630}" srcOrd="5" destOrd="0" presId="urn:microsoft.com/office/officeart/2008/layout/LinedList"/>
    <dgm:cxn modelId="{237CEADB-E14B-4C94-AAA8-ECE8978A09CC}" type="presParOf" srcId="{CB4C6661-CBC1-4C57-96F4-2B3300AA9630}" destId="{63C34ACB-E497-4250-BBFA-EAC141B4B020}" srcOrd="0" destOrd="0" presId="urn:microsoft.com/office/officeart/2008/layout/LinedList"/>
    <dgm:cxn modelId="{15C5EDDF-97C1-45E7-80EA-5EE8B96D1498}" type="presParOf" srcId="{CB4C6661-CBC1-4C57-96F4-2B3300AA9630}" destId="{983449AA-DF01-420D-863A-6B754C368EAC}" srcOrd="1" destOrd="0" presId="urn:microsoft.com/office/officeart/2008/layout/LinedList"/>
    <dgm:cxn modelId="{7B94A1F3-EAFE-4D18-BF84-B21F7DCF4EC8}" type="presParOf" srcId="{2E2CE4D0-0BB5-4523-A559-763042B55EBC}" destId="{AB71784D-4861-4113-A2D7-77842839AD59}" srcOrd="6" destOrd="0" presId="urn:microsoft.com/office/officeart/2008/layout/LinedList"/>
    <dgm:cxn modelId="{A6354C7B-407B-4D12-AEB7-E8BFE532AA52}" type="presParOf" srcId="{2E2CE4D0-0BB5-4523-A559-763042B55EBC}" destId="{BBB2F0CE-E097-423F-843E-FA5B017F7B39}" srcOrd="7" destOrd="0" presId="urn:microsoft.com/office/officeart/2008/layout/LinedList"/>
    <dgm:cxn modelId="{BB0CB296-E3AC-4FE3-9D3B-F7E62E86ECE1}" type="presParOf" srcId="{BBB2F0CE-E097-423F-843E-FA5B017F7B39}" destId="{297083C7-3814-4C0F-8214-16F6D291031E}" srcOrd="0" destOrd="0" presId="urn:microsoft.com/office/officeart/2008/layout/LinedList"/>
    <dgm:cxn modelId="{F860D4FC-7C57-431F-B008-F3852E083A21}" type="presParOf" srcId="{BBB2F0CE-E097-423F-843E-FA5B017F7B39}" destId="{BD62B28D-D723-44B4-9042-56C0E02F3D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96940D-2B7A-4707-9021-43141E239D6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F5F192-A4D1-42DC-8EB6-C3EBB92F6336}">
      <dgm:prSet/>
      <dgm:spPr/>
      <dgm:t>
        <a:bodyPr/>
        <a:lstStyle/>
        <a:p>
          <a:r>
            <a:rPr lang="en-US"/>
            <a:t>Press CALL ROVER on the bay control panel</a:t>
          </a:r>
        </a:p>
      </dgm:t>
    </dgm:pt>
    <dgm:pt modelId="{0435111C-F939-4D85-ACBA-AFAAE2CBEFF5}" type="parTrans" cxnId="{1F851080-DB75-4534-90C1-8F329C08463B}">
      <dgm:prSet/>
      <dgm:spPr/>
      <dgm:t>
        <a:bodyPr/>
        <a:lstStyle/>
        <a:p>
          <a:endParaRPr lang="en-US"/>
        </a:p>
      </dgm:t>
    </dgm:pt>
    <dgm:pt modelId="{99792D64-FD91-478B-98FA-2C49EAC528C0}" type="sibTrans" cxnId="{1F851080-DB75-4534-90C1-8F329C08463B}">
      <dgm:prSet/>
      <dgm:spPr/>
      <dgm:t>
        <a:bodyPr/>
        <a:lstStyle/>
        <a:p>
          <a:endParaRPr lang="en-US"/>
        </a:p>
      </dgm:t>
    </dgm:pt>
    <dgm:pt modelId="{A38D85FD-2A84-4450-B785-10E642BBD19D}">
      <dgm:prSet/>
      <dgm:spPr/>
      <dgm:t>
        <a:bodyPr/>
        <a:lstStyle/>
        <a:p>
          <a:r>
            <a:rPr lang="en-US"/>
            <a:t>Watch the bay door and rover arrival sequence</a:t>
          </a:r>
        </a:p>
      </dgm:t>
    </dgm:pt>
    <dgm:pt modelId="{EAFBD433-8C01-4C7D-95ED-9FD8549ABF11}" type="parTrans" cxnId="{09206AE5-9CF0-4195-841F-25C8F13052D1}">
      <dgm:prSet/>
      <dgm:spPr/>
      <dgm:t>
        <a:bodyPr/>
        <a:lstStyle/>
        <a:p>
          <a:endParaRPr lang="en-US"/>
        </a:p>
      </dgm:t>
    </dgm:pt>
    <dgm:pt modelId="{60AED69D-8FE4-40E3-B7F5-7E99ED79BEEE}" type="sibTrans" cxnId="{09206AE5-9CF0-4195-841F-25C8F13052D1}">
      <dgm:prSet/>
      <dgm:spPr/>
      <dgm:t>
        <a:bodyPr/>
        <a:lstStyle/>
        <a:p>
          <a:endParaRPr lang="en-US"/>
        </a:p>
      </dgm:t>
    </dgm:pt>
    <dgm:pt modelId="{7B6F5FE6-4871-47F9-9840-D94CB981392E}">
      <dgm:prSet/>
      <dgm:spPr/>
      <dgm:t>
        <a:bodyPr/>
        <a:lstStyle/>
        <a:p>
          <a:r>
            <a:rPr lang="en-US"/>
            <a:t>Grab and insert the power cell into the rover dock</a:t>
          </a:r>
        </a:p>
      </dgm:t>
    </dgm:pt>
    <dgm:pt modelId="{3D5645F9-F803-4794-A68E-750B5DEBCB58}" type="parTrans" cxnId="{CADB25E1-9153-4254-89E6-60EA6B00A0AD}">
      <dgm:prSet/>
      <dgm:spPr/>
      <dgm:t>
        <a:bodyPr/>
        <a:lstStyle/>
        <a:p>
          <a:endParaRPr lang="en-US"/>
        </a:p>
      </dgm:t>
    </dgm:pt>
    <dgm:pt modelId="{95590266-6311-451C-9F9F-858FC58B3F37}" type="sibTrans" cxnId="{CADB25E1-9153-4254-89E6-60EA6B00A0AD}">
      <dgm:prSet/>
      <dgm:spPr/>
      <dgm:t>
        <a:bodyPr/>
        <a:lstStyle/>
        <a:p>
          <a:endParaRPr lang="en-US"/>
        </a:p>
      </dgm:t>
    </dgm:pt>
    <dgm:pt modelId="{E1AC954D-9BCD-419A-BECC-0044C62E7620}">
      <dgm:prSet/>
      <dgm:spPr/>
      <dgm:t>
        <a:bodyPr/>
        <a:lstStyle/>
        <a:p>
          <a:r>
            <a:rPr lang="en-US"/>
            <a:t>Use the repair tool on highlighted damaged parts</a:t>
          </a:r>
        </a:p>
      </dgm:t>
    </dgm:pt>
    <dgm:pt modelId="{13A77382-9684-4848-ADBA-57673D2AFBA3}" type="parTrans" cxnId="{0541FEDC-FADB-4B4A-984B-B109B0B476A3}">
      <dgm:prSet/>
      <dgm:spPr/>
      <dgm:t>
        <a:bodyPr/>
        <a:lstStyle/>
        <a:p>
          <a:endParaRPr lang="en-US"/>
        </a:p>
      </dgm:t>
    </dgm:pt>
    <dgm:pt modelId="{32DB7C26-8418-4E2A-9F59-6ABC9C8348D3}" type="sibTrans" cxnId="{0541FEDC-FADB-4B4A-984B-B109B0B476A3}">
      <dgm:prSet/>
      <dgm:spPr/>
      <dgm:t>
        <a:bodyPr/>
        <a:lstStyle/>
        <a:p>
          <a:endParaRPr lang="en-US"/>
        </a:p>
      </dgm:t>
    </dgm:pt>
    <dgm:pt modelId="{E9B8BE41-7940-41A1-943E-B11659D68EF2}">
      <dgm:prSet/>
      <dgm:spPr/>
      <dgm:t>
        <a:bodyPr/>
        <a:lstStyle/>
        <a:p>
          <a:r>
            <a:rPr lang="en-US"/>
            <a:t>Place missing parts back onto snap targets when a level requires it</a:t>
          </a:r>
        </a:p>
      </dgm:t>
    </dgm:pt>
    <dgm:pt modelId="{77D3D86A-8DDB-488C-9097-43C87D148FFB}" type="parTrans" cxnId="{6F7133A6-9260-4168-BA16-775A0A035D7F}">
      <dgm:prSet/>
      <dgm:spPr/>
      <dgm:t>
        <a:bodyPr/>
        <a:lstStyle/>
        <a:p>
          <a:endParaRPr lang="en-US"/>
        </a:p>
      </dgm:t>
    </dgm:pt>
    <dgm:pt modelId="{ED91B49D-64B6-4BCB-983C-33FF44A6233E}" type="sibTrans" cxnId="{6F7133A6-9260-4168-BA16-775A0A035D7F}">
      <dgm:prSet/>
      <dgm:spPr/>
      <dgm:t>
        <a:bodyPr/>
        <a:lstStyle/>
        <a:p>
          <a:endParaRPr lang="en-US"/>
        </a:p>
      </dgm:t>
    </dgm:pt>
    <dgm:pt modelId="{992DE1F7-E5D4-4F6F-8C06-99EBB46D8F06}">
      <dgm:prSet/>
      <dgm:spPr/>
      <dgm:t>
        <a:bodyPr/>
        <a:lstStyle/>
        <a:p>
          <a:r>
            <a:rPr lang="en-US"/>
            <a:t>Press CHECK, then SEND ROVER once the task is complete</a:t>
          </a:r>
        </a:p>
      </dgm:t>
    </dgm:pt>
    <dgm:pt modelId="{F4F94A0F-FD50-46D7-BFE9-EB7F50B149BF}" type="parTrans" cxnId="{B66E63DC-FECC-4C39-B365-AA1D53D4F315}">
      <dgm:prSet/>
      <dgm:spPr/>
      <dgm:t>
        <a:bodyPr/>
        <a:lstStyle/>
        <a:p>
          <a:endParaRPr lang="en-US"/>
        </a:p>
      </dgm:t>
    </dgm:pt>
    <dgm:pt modelId="{B00EF5D1-2381-4711-8D86-DF61086DE905}" type="sibTrans" cxnId="{B66E63DC-FECC-4C39-B365-AA1D53D4F315}">
      <dgm:prSet/>
      <dgm:spPr/>
      <dgm:t>
        <a:bodyPr/>
        <a:lstStyle/>
        <a:p>
          <a:endParaRPr lang="en-US"/>
        </a:p>
      </dgm:t>
    </dgm:pt>
    <dgm:pt modelId="{FDC8216E-5860-4B2F-80B9-2B4495ED379B}" type="pres">
      <dgm:prSet presAssocID="{E296940D-2B7A-4707-9021-43141E239D60}" presName="Name0" presStyleCnt="0">
        <dgm:presLayoutVars>
          <dgm:dir/>
          <dgm:resizeHandles val="exact"/>
        </dgm:presLayoutVars>
      </dgm:prSet>
      <dgm:spPr/>
    </dgm:pt>
    <dgm:pt modelId="{1B1AC21E-CD9F-4192-8C60-AA7221587449}" type="pres">
      <dgm:prSet presAssocID="{48F5F192-A4D1-42DC-8EB6-C3EBB92F6336}" presName="node" presStyleLbl="node1" presStyleIdx="0" presStyleCnt="6">
        <dgm:presLayoutVars>
          <dgm:bulletEnabled val="1"/>
        </dgm:presLayoutVars>
      </dgm:prSet>
      <dgm:spPr/>
    </dgm:pt>
    <dgm:pt modelId="{D50B4AA7-388A-446B-93FA-B715BC498CD0}" type="pres">
      <dgm:prSet presAssocID="{99792D64-FD91-478B-98FA-2C49EAC528C0}" presName="sibTrans" presStyleLbl="sibTrans1D1" presStyleIdx="0" presStyleCnt="5"/>
      <dgm:spPr/>
    </dgm:pt>
    <dgm:pt modelId="{BA7B5A34-0E30-43BC-A5A9-1D0C2B2CD7C4}" type="pres">
      <dgm:prSet presAssocID="{99792D64-FD91-478B-98FA-2C49EAC528C0}" presName="connectorText" presStyleLbl="sibTrans1D1" presStyleIdx="0" presStyleCnt="5"/>
      <dgm:spPr/>
    </dgm:pt>
    <dgm:pt modelId="{933792DE-2EFD-4167-95E0-1F4C22A4F06A}" type="pres">
      <dgm:prSet presAssocID="{A38D85FD-2A84-4450-B785-10E642BBD19D}" presName="node" presStyleLbl="node1" presStyleIdx="1" presStyleCnt="6">
        <dgm:presLayoutVars>
          <dgm:bulletEnabled val="1"/>
        </dgm:presLayoutVars>
      </dgm:prSet>
      <dgm:spPr/>
    </dgm:pt>
    <dgm:pt modelId="{61124C5C-2E64-45CC-B26F-9A0A5C7E3002}" type="pres">
      <dgm:prSet presAssocID="{60AED69D-8FE4-40E3-B7F5-7E99ED79BEEE}" presName="sibTrans" presStyleLbl="sibTrans1D1" presStyleIdx="1" presStyleCnt="5"/>
      <dgm:spPr/>
    </dgm:pt>
    <dgm:pt modelId="{21104659-9DE3-4D96-9915-5ED5EB9B0190}" type="pres">
      <dgm:prSet presAssocID="{60AED69D-8FE4-40E3-B7F5-7E99ED79BEEE}" presName="connectorText" presStyleLbl="sibTrans1D1" presStyleIdx="1" presStyleCnt="5"/>
      <dgm:spPr/>
    </dgm:pt>
    <dgm:pt modelId="{ECC9BAE0-07B9-416A-85AB-DEACB8A0EF0D}" type="pres">
      <dgm:prSet presAssocID="{7B6F5FE6-4871-47F9-9840-D94CB981392E}" presName="node" presStyleLbl="node1" presStyleIdx="2" presStyleCnt="6">
        <dgm:presLayoutVars>
          <dgm:bulletEnabled val="1"/>
        </dgm:presLayoutVars>
      </dgm:prSet>
      <dgm:spPr/>
    </dgm:pt>
    <dgm:pt modelId="{C3984D85-7EE9-4187-B300-D000EAEDF119}" type="pres">
      <dgm:prSet presAssocID="{95590266-6311-451C-9F9F-858FC58B3F37}" presName="sibTrans" presStyleLbl="sibTrans1D1" presStyleIdx="2" presStyleCnt="5"/>
      <dgm:spPr/>
    </dgm:pt>
    <dgm:pt modelId="{8B69E3CA-67F0-4B2B-A241-AA537CA405F2}" type="pres">
      <dgm:prSet presAssocID="{95590266-6311-451C-9F9F-858FC58B3F37}" presName="connectorText" presStyleLbl="sibTrans1D1" presStyleIdx="2" presStyleCnt="5"/>
      <dgm:spPr/>
    </dgm:pt>
    <dgm:pt modelId="{71B8DCCC-B0F5-4548-840D-40A8E3141DDC}" type="pres">
      <dgm:prSet presAssocID="{E1AC954D-9BCD-419A-BECC-0044C62E7620}" presName="node" presStyleLbl="node1" presStyleIdx="3" presStyleCnt="6">
        <dgm:presLayoutVars>
          <dgm:bulletEnabled val="1"/>
        </dgm:presLayoutVars>
      </dgm:prSet>
      <dgm:spPr/>
    </dgm:pt>
    <dgm:pt modelId="{CB19272E-C5DF-40A7-836E-5FE8D7FC70FD}" type="pres">
      <dgm:prSet presAssocID="{32DB7C26-8418-4E2A-9F59-6ABC9C8348D3}" presName="sibTrans" presStyleLbl="sibTrans1D1" presStyleIdx="3" presStyleCnt="5"/>
      <dgm:spPr/>
    </dgm:pt>
    <dgm:pt modelId="{0562ADF2-A4F1-4038-ACFB-5B11B56821A3}" type="pres">
      <dgm:prSet presAssocID="{32DB7C26-8418-4E2A-9F59-6ABC9C8348D3}" presName="connectorText" presStyleLbl="sibTrans1D1" presStyleIdx="3" presStyleCnt="5"/>
      <dgm:spPr/>
    </dgm:pt>
    <dgm:pt modelId="{D5B6C128-F7AA-4023-BEF8-4DEA9BC65A65}" type="pres">
      <dgm:prSet presAssocID="{E9B8BE41-7940-41A1-943E-B11659D68EF2}" presName="node" presStyleLbl="node1" presStyleIdx="4" presStyleCnt="6">
        <dgm:presLayoutVars>
          <dgm:bulletEnabled val="1"/>
        </dgm:presLayoutVars>
      </dgm:prSet>
      <dgm:spPr/>
    </dgm:pt>
    <dgm:pt modelId="{3B467402-4D89-4558-9E79-114733813DE9}" type="pres">
      <dgm:prSet presAssocID="{ED91B49D-64B6-4BCB-983C-33FF44A6233E}" presName="sibTrans" presStyleLbl="sibTrans1D1" presStyleIdx="4" presStyleCnt="5"/>
      <dgm:spPr/>
    </dgm:pt>
    <dgm:pt modelId="{FD65B5C0-8672-4144-A195-0EA1A9AE55E3}" type="pres">
      <dgm:prSet presAssocID="{ED91B49D-64B6-4BCB-983C-33FF44A6233E}" presName="connectorText" presStyleLbl="sibTrans1D1" presStyleIdx="4" presStyleCnt="5"/>
      <dgm:spPr/>
    </dgm:pt>
    <dgm:pt modelId="{4C2786A2-E9C6-40AA-97BA-598C2713AC6E}" type="pres">
      <dgm:prSet presAssocID="{992DE1F7-E5D4-4F6F-8C06-99EBB46D8F06}" presName="node" presStyleLbl="node1" presStyleIdx="5" presStyleCnt="6">
        <dgm:presLayoutVars>
          <dgm:bulletEnabled val="1"/>
        </dgm:presLayoutVars>
      </dgm:prSet>
      <dgm:spPr/>
    </dgm:pt>
  </dgm:ptLst>
  <dgm:cxnLst>
    <dgm:cxn modelId="{6E529123-EC9F-44AC-A684-A4C85DDBB41F}" type="presOf" srcId="{95590266-6311-451C-9F9F-858FC58B3F37}" destId="{8B69E3CA-67F0-4B2B-A241-AA537CA405F2}" srcOrd="1" destOrd="0" presId="urn:microsoft.com/office/officeart/2016/7/layout/RepeatingBendingProcessNew"/>
    <dgm:cxn modelId="{6838022A-8380-4B19-90B5-31B9BAA6BF01}" type="presOf" srcId="{7B6F5FE6-4871-47F9-9840-D94CB981392E}" destId="{ECC9BAE0-07B9-416A-85AB-DEACB8A0EF0D}" srcOrd="0" destOrd="0" presId="urn:microsoft.com/office/officeart/2016/7/layout/RepeatingBendingProcessNew"/>
    <dgm:cxn modelId="{3687132A-570C-4439-9B50-097EB2054F69}" type="presOf" srcId="{32DB7C26-8418-4E2A-9F59-6ABC9C8348D3}" destId="{CB19272E-C5DF-40A7-836E-5FE8D7FC70FD}" srcOrd="0" destOrd="0" presId="urn:microsoft.com/office/officeart/2016/7/layout/RepeatingBendingProcessNew"/>
    <dgm:cxn modelId="{2A144432-3BF8-4C57-B6E2-DBD485D9827E}" type="presOf" srcId="{32DB7C26-8418-4E2A-9F59-6ABC9C8348D3}" destId="{0562ADF2-A4F1-4038-ACFB-5B11B56821A3}" srcOrd="1" destOrd="0" presId="urn:microsoft.com/office/officeart/2016/7/layout/RepeatingBendingProcessNew"/>
    <dgm:cxn modelId="{2ED9E534-D242-48F2-A09A-42BF205BCFA1}" type="presOf" srcId="{E9B8BE41-7940-41A1-943E-B11659D68EF2}" destId="{D5B6C128-F7AA-4023-BEF8-4DEA9BC65A65}" srcOrd="0" destOrd="0" presId="urn:microsoft.com/office/officeart/2016/7/layout/RepeatingBendingProcessNew"/>
    <dgm:cxn modelId="{0DC7AF6C-90FC-491C-A6D3-D93833F0CF85}" type="presOf" srcId="{ED91B49D-64B6-4BCB-983C-33FF44A6233E}" destId="{FD65B5C0-8672-4144-A195-0EA1A9AE55E3}" srcOrd="1" destOrd="0" presId="urn:microsoft.com/office/officeart/2016/7/layout/RepeatingBendingProcessNew"/>
    <dgm:cxn modelId="{908AE76C-5240-4EB0-AE8C-3364D2B6B54B}" type="presOf" srcId="{99792D64-FD91-478B-98FA-2C49EAC528C0}" destId="{D50B4AA7-388A-446B-93FA-B715BC498CD0}" srcOrd="0" destOrd="0" presId="urn:microsoft.com/office/officeart/2016/7/layout/RepeatingBendingProcessNew"/>
    <dgm:cxn modelId="{96293D4F-A48B-4285-8EFB-DE2C5D1458F2}" type="presOf" srcId="{ED91B49D-64B6-4BCB-983C-33FF44A6233E}" destId="{3B467402-4D89-4558-9E79-114733813DE9}" srcOrd="0" destOrd="0" presId="urn:microsoft.com/office/officeart/2016/7/layout/RepeatingBendingProcessNew"/>
    <dgm:cxn modelId="{47C33272-9576-408A-8AF2-671739AFE72F}" type="presOf" srcId="{95590266-6311-451C-9F9F-858FC58B3F37}" destId="{C3984D85-7EE9-4187-B300-D000EAEDF119}" srcOrd="0" destOrd="0" presId="urn:microsoft.com/office/officeart/2016/7/layout/RepeatingBendingProcessNew"/>
    <dgm:cxn modelId="{35F2D459-FA14-4617-86CA-99C5E96ECA23}" type="presOf" srcId="{992DE1F7-E5D4-4F6F-8C06-99EBB46D8F06}" destId="{4C2786A2-E9C6-40AA-97BA-598C2713AC6E}" srcOrd="0" destOrd="0" presId="urn:microsoft.com/office/officeart/2016/7/layout/RepeatingBendingProcessNew"/>
    <dgm:cxn modelId="{1F851080-DB75-4534-90C1-8F329C08463B}" srcId="{E296940D-2B7A-4707-9021-43141E239D60}" destId="{48F5F192-A4D1-42DC-8EB6-C3EBB92F6336}" srcOrd="0" destOrd="0" parTransId="{0435111C-F939-4D85-ACBA-AFAAE2CBEFF5}" sibTransId="{99792D64-FD91-478B-98FA-2C49EAC528C0}"/>
    <dgm:cxn modelId="{84F326A0-5347-4729-829D-E7C7498B0608}" type="presOf" srcId="{48F5F192-A4D1-42DC-8EB6-C3EBB92F6336}" destId="{1B1AC21E-CD9F-4192-8C60-AA7221587449}" srcOrd="0" destOrd="0" presId="urn:microsoft.com/office/officeart/2016/7/layout/RepeatingBendingProcessNew"/>
    <dgm:cxn modelId="{6F7133A6-9260-4168-BA16-775A0A035D7F}" srcId="{E296940D-2B7A-4707-9021-43141E239D60}" destId="{E9B8BE41-7940-41A1-943E-B11659D68EF2}" srcOrd="4" destOrd="0" parTransId="{77D3D86A-8DDB-488C-9097-43C87D148FFB}" sibTransId="{ED91B49D-64B6-4BCB-983C-33FF44A6233E}"/>
    <dgm:cxn modelId="{20AF4AA7-EC18-47E4-AAE9-3B6006ACB271}" type="presOf" srcId="{60AED69D-8FE4-40E3-B7F5-7E99ED79BEEE}" destId="{61124C5C-2E64-45CC-B26F-9A0A5C7E3002}" srcOrd="0" destOrd="0" presId="urn:microsoft.com/office/officeart/2016/7/layout/RepeatingBendingProcessNew"/>
    <dgm:cxn modelId="{EF5B2BC8-B4D5-4D02-A325-769067AB9C91}" type="presOf" srcId="{E296940D-2B7A-4707-9021-43141E239D60}" destId="{FDC8216E-5860-4B2F-80B9-2B4495ED379B}" srcOrd="0" destOrd="0" presId="urn:microsoft.com/office/officeart/2016/7/layout/RepeatingBendingProcessNew"/>
    <dgm:cxn modelId="{B66E63DC-FECC-4C39-B365-AA1D53D4F315}" srcId="{E296940D-2B7A-4707-9021-43141E239D60}" destId="{992DE1F7-E5D4-4F6F-8C06-99EBB46D8F06}" srcOrd="5" destOrd="0" parTransId="{F4F94A0F-FD50-46D7-BFE9-EB7F50B149BF}" sibTransId="{B00EF5D1-2381-4711-8D86-DF61086DE905}"/>
    <dgm:cxn modelId="{0541FEDC-FADB-4B4A-984B-B109B0B476A3}" srcId="{E296940D-2B7A-4707-9021-43141E239D60}" destId="{E1AC954D-9BCD-419A-BECC-0044C62E7620}" srcOrd="3" destOrd="0" parTransId="{13A77382-9684-4848-ADBA-57673D2AFBA3}" sibTransId="{32DB7C26-8418-4E2A-9F59-6ABC9C8348D3}"/>
    <dgm:cxn modelId="{0DDA81E0-B18A-45EB-AD2B-9DB087438059}" type="presOf" srcId="{99792D64-FD91-478B-98FA-2C49EAC528C0}" destId="{BA7B5A34-0E30-43BC-A5A9-1D0C2B2CD7C4}" srcOrd="1" destOrd="0" presId="urn:microsoft.com/office/officeart/2016/7/layout/RepeatingBendingProcessNew"/>
    <dgm:cxn modelId="{CADB25E1-9153-4254-89E6-60EA6B00A0AD}" srcId="{E296940D-2B7A-4707-9021-43141E239D60}" destId="{7B6F5FE6-4871-47F9-9840-D94CB981392E}" srcOrd="2" destOrd="0" parTransId="{3D5645F9-F803-4794-A68E-750B5DEBCB58}" sibTransId="{95590266-6311-451C-9F9F-858FC58B3F37}"/>
    <dgm:cxn modelId="{09206AE5-9CF0-4195-841F-25C8F13052D1}" srcId="{E296940D-2B7A-4707-9021-43141E239D60}" destId="{A38D85FD-2A84-4450-B785-10E642BBD19D}" srcOrd="1" destOrd="0" parTransId="{EAFBD433-8C01-4C7D-95ED-9FD8549ABF11}" sibTransId="{60AED69D-8FE4-40E3-B7F5-7E99ED79BEEE}"/>
    <dgm:cxn modelId="{DF2006E9-3967-4E06-B39E-12238827CBF4}" type="presOf" srcId="{E1AC954D-9BCD-419A-BECC-0044C62E7620}" destId="{71B8DCCC-B0F5-4548-840D-40A8E3141DDC}" srcOrd="0" destOrd="0" presId="urn:microsoft.com/office/officeart/2016/7/layout/RepeatingBendingProcessNew"/>
    <dgm:cxn modelId="{CAF088EE-5291-45F3-A185-CCC91B9F00ED}" type="presOf" srcId="{60AED69D-8FE4-40E3-B7F5-7E99ED79BEEE}" destId="{21104659-9DE3-4D96-9915-5ED5EB9B0190}" srcOrd="1" destOrd="0" presId="urn:microsoft.com/office/officeart/2016/7/layout/RepeatingBendingProcessNew"/>
    <dgm:cxn modelId="{1EF411FA-DC79-4F8E-92DF-DEFF29D51F3E}" type="presOf" srcId="{A38D85FD-2A84-4450-B785-10E642BBD19D}" destId="{933792DE-2EFD-4167-95E0-1F4C22A4F06A}" srcOrd="0" destOrd="0" presId="urn:microsoft.com/office/officeart/2016/7/layout/RepeatingBendingProcessNew"/>
    <dgm:cxn modelId="{D0BEC133-8F93-4CAD-B961-7E4B6BBE7861}" type="presParOf" srcId="{FDC8216E-5860-4B2F-80B9-2B4495ED379B}" destId="{1B1AC21E-CD9F-4192-8C60-AA7221587449}" srcOrd="0" destOrd="0" presId="urn:microsoft.com/office/officeart/2016/7/layout/RepeatingBendingProcessNew"/>
    <dgm:cxn modelId="{09DE0E6F-7FFB-4E78-AA26-B91473F38694}" type="presParOf" srcId="{FDC8216E-5860-4B2F-80B9-2B4495ED379B}" destId="{D50B4AA7-388A-446B-93FA-B715BC498CD0}" srcOrd="1" destOrd="0" presId="urn:microsoft.com/office/officeart/2016/7/layout/RepeatingBendingProcessNew"/>
    <dgm:cxn modelId="{C864ED25-2977-47CF-9340-A144E932ECA5}" type="presParOf" srcId="{D50B4AA7-388A-446B-93FA-B715BC498CD0}" destId="{BA7B5A34-0E30-43BC-A5A9-1D0C2B2CD7C4}" srcOrd="0" destOrd="0" presId="urn:microsoft.com/office/officeart/2016/7/layout/RepeatingBendingProcessNew"/>
    <dgm:cxn modelId="{F069C42E-87E0-4B9A-B032-7D595CE72DFB}" type="presParOf" srcId="{FDC8216E-5860-4B2F-80B9-2B4495ED379B}" destId="{933792DE-2EFD-4167-95E0-1F4C22A4F06A}" srcOrd="2" destOrd="0" presId="urn:microsoft.com/office/officeart/2016/7/layout/RepeatingBendingProcessNew"/>
    <dgm:cxn modelId="{7B60BA80-378C-4483-BBE4-B4337CC7F73B}" type="presParOf" srcId="{FDC8216E-5860-4B2F-80B9-2B4495ED379B}" destId="{61124C5C-2E64-45CC-B26F-9A0A5C7E3002}" srcOrd="3" destOrd="0" presId="urn:microsoft.com/office/officeart/2016/7/layout/RepeatingBendingProcessNew"/>
    <dgm:cxn modelId="{83CDF3CF-1AD6-48EE-B933-F6E2CD26BF45}" type="presParOf" srcId="{61124C5C-2E64-45CC-B26F-9A0A5C7E3002}" destId="{21104659-9DE3-4D96-9915-5ED5EB9B0190}" srcOrd="0" destOrd="0" presId="urn:microsoft.com/office/officeart/2016/7/layout/RepeatingBendingProcessNew"/>
    <dgm:cxn modelId="{B6CC6D47-64EF-42C7-93D5-B1A0C9B5B38F}" type="presParOf" srcId="{FDC8216E-5860-4B2F-80B9-2B4495ED379B}" destId="{ECC9BAE0-07B9-416A-85AB-DEACB8A0EF0D}" srcOrd="4" destOrd="0" presId="urn:microsoft.com/office/officeart/2016/7/layout/RepeatingBendingProcessNew"/>
    <dgm:cxn modelId="{02226595-5FB4-435A-B797-4D93D05CA5C3}" type="presParOf" srcId="{FDC8216E-5860-4B2F-80B9-2B4495ED379B}" destId="{C3984D85-7EE9-4187-B300-D000EAEDF119}" srcOrd="5" destOrd="0" presId="urn:microsoft.com/office/officeart/2016/7/layout/RepeatingBendingProcessNew"/>
    <dgm:cxn modelId="{04927F9E-0A33-43D3-BC60-42C02BE0E59F}" type="presParOf" srcId="{C3984D85-7EE9-4187-B300-D000EAEDF119}" destId="{8B69E3CA-67F0-4B2B-A241-AA537CA405F2}" srcOrd="0" destOrd="0" presId="urn:microsoft.com/office/officeart/2016/7/layout/RepeatingBendingProcessNew"/>
    <dgm:cxn modelId="{7A4F7F8B-E809-4F77-93FB-D16AED050965}" type="presParOf" srcId="{FDC8216E-5860-4B2F-80B9-2B4495ED379B}" destId="{71B8DCCC-B0F5-4548-840D-40A8E3141DDC}" srcOrd="6" destOrd="0" presId="urn:microsoft.com/office/officeart/2016/7/layout/RepeatingBendingProcessNew"/>
    <dgm:cxn modelId="{AC0008F1-5C4D-4CE3-970B-7563424AB323}" type="presParOf" srcId="{FDC8216E-5860-4B2F-80B9-2B4495ED379B}" destId="{CB19272E-C5DF-40A7-836E-5FE8D7FC70FD}" srcOrd="7" destOrd="0" presId="urn:microsoft.com/office/officeart/2016/7/layout/RepeatingBendingProcessNew"/>
    <dgm:cxn modelId="{E8DD7673-38B2-4638-B191-B8BDB68CE8E0}" type="presParOf" srcId="{CB19272E-C5DF-40A7-836E-5FE8D7FC70FD}" destId="{0562ADF2-A4F1-4038-ACFB-5B11B56821A3}" srcOrd="0" destOrd="0" presId="urn:microsoft.com/office/officeart/2016/7/layout/RepeatingBendingProcessNew"/>
    <dgm:cxn modelId="{11C70CBB-1329-415B-96BF-317DC21A0FFA}" type="presParOf" srcId="{FDC8216E-5860-4B2F-80B9-2B4495ED379B}" destId="{D5B6C128-F7AA-4023-BEF8-4DEA9BC65A65}" srcOrd="8" destOrd="0" presId="urn:microsoft.com/office/officeart/2016/7/layout/RepeatingBendingProcessNew"/>
    <dgm:cxn modelId="{9DD7090C-E960-41B0-914E-1A78D0314633}" type="presParOf" srcId="{FDC8216E-5860-4B2F-80B9-2B4495ED379B}" destId="{3B467402-4D89-4558-9E79-114733813DE9}" srcOrd="9" destOrd="0" presId="urn:microsoft.com/office/officeart/2016/7/layout/RepeatingBendingProcessNew"/>
    <dgm:cxn modelId="{181126A4-BDBF-4A87-90C1-5838792480A1}" type="presParOf" srcId="{3B467402-4D89-4558-9E79-114733813DE9}" destId="{FD65B5C0-8672-4144-A195-0EA1A9AE55E3}" srcOrd="0" destOrd="0" presId="urn:microsoft.com/office/officeart/2016/7/layout/RepeatingBendingProcessNew"/>
    <dgm:cxn modelId="{6FD7C217-B1AE-4439-ADC8-1F473A5AC9E6}" type="presParOf" srcId="{FDC8216E-5860-4B2F-80B9-2B4495ED379B}" destId="{4C2786A2-E9C6-40AA-97BA-598C2713AC6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B7244C-3B09-42FA-944F-7C17AF01299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621864-B95E-49D5-AC3F-C917E3D52D5C}">
      <dgm:prSet/>
      <dgm:spPr/>
      <dgm:t>
        <a:bodyPr/>
        <a:lstStyle/>
        <a:p>
          <a:r>
            <a:rPr lang="en-US" dirty="0"/>
            <a:t>Base Requirements</a:t>
          </a:r>
        </a:p>
      </dgm:t>
    </dgm:pt>
    <dgm:pt modelId="{A4528D8F-2F94-40FA-A07C-9191A5B85C30}" type="parTrans" cxnId="{ACAB6369-A3CD-4238-A1EE-452DD0D33652}">
      <dgm:prSet/>
      <dgm:spPr/>
      <dgm:t>
        <a:bodyPr/>
        <a:lstStyle/>
        <a:p>
          <a:endParaRPr lang="en-US"/>
        </a:p>
      </dgm:t>
    </dgm:pt>
    <dgm:pt modelId="{A0119FD2-212B-4E83-ABA2-969F3CC95C18}" type="sibTrans" cxnId="{ACAB6369-A3CD-4238-A1EE-452DD0D33652}">
      <dgm:prSet/>
      <dgm:spPr/>
      <dgm:t>
        <a:bodyPr/>
        <a:lstStyle/>
        <a:p>
          <a:endParaRPr lang="en-US"/>
        </a:p>
      </dgm:t>
    </dgm:pt>
    <dgm:pt modelId="{A58E5DC6-81C2-47C6-9E59-EC3BD30EECC1}">
      <dgm:prSet/>
      <dgm:spPr/>
      <dgm:t>
        <a:bodyPr/>
        <a:lstStyle/>
        <a:p>
          <a:r>
            <a:rPr lang="en-US"/>
            <a:t>Original theme: compact rover repair bay, not a lab reskin</a:t>
          </a:r>
        </a:p>
      </dgm:t>
    </dgm:pt>
    <dgm:pt modelId="{EB8EDE06-9991-4003-B48E-0CDADD83A732}" type="parTrans" cxnId="{8349941E-6EA8-4E27-95BD-0D3D3C59A0B0}">
      <dgm:prSet/>
      <dgm:spPr/>
      <dgm:t>
        <a:bodyPr/>
        <a:lstStyle/>
        <a:p>
          <a:endParaRPr lang="en-US"/>
        </a:p>
      </dgm:t>
    </dgm:pt>
    <dgm:pt modelId="{5B161C75-EB47-4DC4-AA7A-D289B34D016D}" type="sibTrans" cxnId="{8349941E-6EA8-4E27-95BD-0D3D3C59A0B0}">
      <dgm:prSet/>
      <dgm:spPr/>
      <dgm:t>
        <a:bodyPr/>
        <a:lstStyle/>
        <a:p>
          <a:endParaRPr lang="en-US"/>
        </a:p>
      </dgm:t>
    </dgm:pt>
    <dgm:pt modelId="{2AB203A4-B4D4-45DA-A65A-DE9707789C98}">
      <dgm:prSet/>
      <dgm:spPr/>
      <dgm:t>
        <a:bodyPr/>
        <a:lstStyle/>
        <a:p>
          <a:r>
            <a:rPr lang="en-US"/>
            <a:t>Custom 3D assets: power cell and repair tool, plus custom rover and garage bay</a:t>
          </a:r>
        </a:p>
      </dgm:t>
    </dgm:pt>
    <dgm:pt modelId="{9E246213-48CB-4EF3-A99F-7D833BAABBF7}" type="parTrans" cxnId="{A9231DB0-2C75-4FE2-974E-8F91477A028D}">
      <dgm:prSet/>
      <dgm:spPr/>
      <dgm:t>
        <a:bodyPr/>
        <a:lstStyle/>
        <a:p>
          <a:endParaRPr lang="en-US"/>
        </a:p>
      </dgm:t>
    </dgm:pt>
    <dgm:pt modelId="{13E12BE3-2EF3-4BD8-B9B5-1A6A8C66D3C3}" type="sibTrans" cxnId="{A9231DB0-2C75-4FE2-974E-8F91477A028D}">
      <dgm:prSet/>
      <dgm:spPr/>
      <dgm:t>
        <a:bodyPr/>
        <a:lstStyle/>
        <a:p>
          <a:endParaRPr lang="en-US"/>
        </a:p>
      </dgm:t>
    </dgm:pt>
    <dgm:pt modelId="{0BC31A64-29B4-43A2-8B7D-65A5A950E177}">
      <dgm:prSet/>
      <dgm:spPr/>
      <dgm:t>
        <a:bodyPr/>
        <a:lstStyle/>
        <a:p>
          <a:r>
            <a:rPr lang="en-US"/>
            <a:t>GLTFLoader: runtime loads the garage bay, rover, power cell, and repair tool as separate models</a:t>
          </a:r>
        </a:p>
      </dgm:t>
    </dgm:pt>
    <dgm:pt modelId="{B7D78765-97BD-4B30-A35D-7FC9B0FACF48}" type="parTrans" cxnId="{F36AAC1D-8E23-4362-B860-200D4BEEE1AE}">
      <dgm:prSet/>
      <dgm:spPr/>
      <dgm:t>
        <a:bodyPr/>
        <a:lstStyle/>
        <a:p>
          <a:endParaRPr lang="en-US"/>
        </a:p>
      </dgm:t>
    </dgm:pt>
    <dgm:pt modelId="{6C16E9B5-1496-4F92-AC6E-F35BB291CD0E}" type="sibTrans" cxnId="{F36AAC1D-8E23-4362-B860-200D4BEEE1AE}">
      <dgm:prSet/>
      <dgm:spPr/>
      <dgm:t>
        <a:bodyPr/>
        <a:lstStyle/>
        <a:p>
          <a:endParaRPr lang="en-US"/>
        </a:p>
      </dgm:t>
    </dgm:pt>
    <dgm:pt modelId="{B2002194-2340-4D2F-906A-75FAE3C888CF}">
      <dgm:prSet/>
      <dgm:spPr/>
      <dgm:t>
        <a:bodyPr/>
        <a:lstStyle/>
        <a:p>
          <a:r>
            <a:rPr lang="en-US"/>
            <a:t>Core interactions: power-cell insertion, repair-tool use, and missing-part reattachment</a:t>
          </a:r>
        </a:p>
      </dgm:t>
    </dgm:pt>
    <dgm:pt modelId="{B49043C6-48DE-404A-82FF-2A8D70F694B3}" type="parTrans" cxnId="{F08F8188-003D-461A-A3CB-82D1DA58CA58}">
      <dgm:prSet/>
      <dgm:spPr/>
      <dgm:t>
        <a:bodyPr/>
        <a:lstStyle/>
        <a:p>
          <a:endParaRPr lang="en-US"/>
        </a:p>
      </dgm:t>
    </dgm:pt>
    <dgm:pt modelId="{1BDA1C7F-8B85-4DCC-B0B5-798EA91B57E4}" type="sibTrans" cxnId="{F08F8188-003D-461A-A3CB-82D1DA58CA58}">
      <dgm:prSet/>
      <dgm:spPr/>
      <dgm:t>
        <a:bodyPr/>
        <a:lstStyle/>
        <a:p>
          <a:endParaRPr lang="en-US"/>
        </a:p>
      </dgm:t>
    </dgm:pt>
    <dgm:pt modelId="{B60C1609-AE52-426F-B21B-07FE35A2DB28}">
      <dgm:prSet/>
      <dgm:spPr/>
      <dgm:t>
        <a:bodyPr/>
        <a:lstStyle/>
        <a:p>
          <a:r>
            <a:rPr lang="en-US" dirty="0"/>
            <a:t>Advanced Features</a:t>
          </a:r>
        </a:p>
      </dgm:t>
    </dgm:pt>
    <dgm:pt modelId="{EE929237-DA24-477D-AE67-88DCCD7F4689}" type="parTrans" cxnId="{08019CED-4364-4411-851A-39BFD0E03F7C}">
      <dgm:prSet/>
      <dgm:spPr/>
      <dgm:t>
        <a:bodyPr/>
        <a:lstStyle/>
        <a:p>
          <a:endParaRPr lang="en-US"/>
        </a:p>
      </dgm:t>
    </dgm:pt>
    <dgm:pt modelId="{2504605C-A114-4654-B80C-ABA69E087890}" type="sibTrans" cxnId="{08019CED-4364-4411-851A-39BFD0E03F7C}">
      <dgm:prSet/>
      <dgm:spPr/>
      <dgm:t>
        <a:bodyPr/>
        <a:lstStyle/>
        <a:p>
          <a:endParaRPr lang="en-US"/>
        </a:p>
      </dgm:t>
    </dgm:pt>
    <dgm:pt modelId="{DE04472F-7227-47B5-B88E-BC2D7C6173F8}">
      <dgm:prSet/>
      <dgm:spPr/>
      <dgm:t>
        <a:bodyPr/>
        <a:lstStyle/>
        <a:p>
          <a:r>
            <a:rPr lang="en-US"/>
            <a:t>Category A: Cannon-ES physics for tools, modules, loose parts, and collision proxies</a:t>
          </a:r>
        </a:p>
      </dgm:t>
    </dgm:pt>
    <dgm:pt modelId="{700327F2-BDF8-4712-B73A-BAD79DAF8C60}" type="parTrans" cxnId="{62D6D92B-05C0-4E80-A7AA-3C7F85D6A7B9}">
      <dgm:prSet/>
      <dgm:spPr/>
      <dgm:t>
        <a:bodyPr/>
        <a:lstStyle/>
        <a:p>
          <a:endParaRPr lang="en-US"/>
        </a:p>
      </dgm:t>
    </dgm:pt>
    <dgm:pt modelId="{4B0AE119-A711-4802-8004-E896A9EACB6B}" type="sibTrans" cxnId="{62D6D92B-05C0-4E80-A7AA-3C7F85D6A7B9}">
      <dgm:prSet/>
      <dgm:spPr/>
      <dgm:t>
        <a:bodyPr/>
        <a:lstStyle/>
        <a:p>
          <a:endParaRPr lang="en-US"/>
        </a:p>
      </dgm:t>
    </dgm:pt>
    <dgm:pt modelId="{B3B682EB-06CC-455C-84C2-6BA81AB18290}">
      <dgm:prSet/>
      <dgm:spPr/>
      <dgm:t>
        <a:bodyPr/>
        <a:lstStyle/>
        <a:p>
          <a:r>
            <a:rPr lang="en-US"/>
            <a:t>Category A: multiple object types and modes, including buttons, rover, power cell, repair tool, repair targets, and missing parts</a:t>
          </a:r>
        </a:p>
      </dgm:t>
    </dgm:pt>
    <dgm:pt modelId="{8524EA5B-55BE-4753-8C27-DD1AEB086E89}" type="parTrans" cxnId="{366D931D-E057-48A3-AE63-0341E8966F5D}">
      <dgm:prSet/>
      <dgm:spPr/>
      <dgm:t>
        <a:bodyPr/>
        <a:lstStyle/>
        <a:p>
          <a:endParaRPr lang="en-US"/>
        </a:p>
      </dgm:t>
    </dgm:pt>
    <dgm:pt modelId="{F99C4384-1550-42D0-B244-25641C62073D}" type="sibTrans" cxnId="{366D931D-E057-48A3-AE63-0341E8966F5D}">
      <dgm:prSet/>
      <dgm:spPr/>
      <dgm:t>
        <a:bodyPr/>
        <a:lstStyle/>
        <a:p>
          <a:endParaRPr lang="en-US"/>
        </a:p>
      </dgm:t>
    </dgm:pt>
    <dgm:pt modelId="{8AEEDB60-6F23-4D90-9F4E-6C6EB74D17E5}">
      <dgm:prSet/>
      <dgm:spPr/>
      <dgm:t>
        <a:bodyPr/>
        <a:lstStyle/>
        <a:p>
          <a:r>
            <a:rPr lang="en-US"/>
            <a:t>Additional support: Blender Python scripts generate meaningful scene and asset content</a:t>
          </a:r>
        </a:p>
      </dgm:t>
    </dgm:pt>
    <dgm:pt modelId="{4F3844C0-2C03-43F0-9DE3-4F993A826165}" type="parTrans" cxnId="{042E865E-7AAB-4DC0-9E61-5883C414DDE8}">
      <dgm:prSet/>
      <dgm:spPr/>
      <dgm:t>
        <a:bodyPr/>
        <a:lstStyle/>
        <a:p>
          <a:endParaRPr lang="en-US"/>
        </a:p>
      </dgm:t>
    </dgm:pt>
    <dgm:pt modelId="{AAFA7420-5F5E-412D-8512-921E4F839004}" type="sibTrans" cxnId="{042E865E-7AAB-4DC0-9E61-5883C414DDE8}">
      <dgm:prSet/>
      <dgm:spPr/>
      <dgm:t>
        <a:bodyPr/>
        <a:lstStyle/>
        <a:p>
          <a:endParaRPr lang="en-US"/>
        </a:p>
      </dgm:t>
    </dgm:pt>
    <dgm:pt modelId="{A82E570E-96AF-488D-A982-BB0047A72995}" type="pres">
      <dgm:prSet presAssocID="{16B7244C-3B09-42FA-944F-7C17AF012999}" presName="vert0" presStyleCnt="0">
        <dgm:presLayoutVars>
          <dgm:dir/>
          <dgm:animOne val="branch"/>
          <dgm:animLvl val="lvl"/>
        </dgm:presLayoutVars>
      </dgm:prSet>
      <dgm:spPr/>
    </dgm:pt>
    <dgm:pt modelId="{784C45F2-83A0-4024-BA7F-A661BC589F24}" type="pres">
      <dgm:prSet presAssocID="{76621864-B95E-49D5-AC3F-C917E3D52D5C}" presName="thickLine" presStyleLbl="alignNode1" presStyleIdx="0" presStyleCnt="2"/>
      <dgm:spPr/>
    </dgm:pt>
    <dgm:pt modelId="{0A1C8E17-D57C-4345-BC75-580DD084C22D}" type="pres">
      <dgm:prSet presAssocID="{76621864-B95E-49D5-AC3F-C917E3D52D5C}" presName="horz1" presStyleCnt="0"/>
      <dgm:spPr/>
    </dgm:pt>
    <dgm:pt modelId="{C24F3584-127D-45F4-B6F6-4055E59553D7}" type="pres">
      <dgm:prSet presAssocID="{76621864-B95E-49D5-AC3F-C917E3D52D5C}" presName="tx1" presStyleLbl="revTx" presStyleIdx="0" presStyleCnt="9"/>
      <dgm:spPr/>
    </dgm:pt>
    <dgm:pt modelId="{F48D6A04-781A-400B-B040-878C70A62FEF}" type="pres">
      <dgm:prSet presAssocID="{76621864-B95E-49D5-AC3F-C917E3D52D5C}" presName="vert1" presStyleCnt="0"/>
      <dgm:spPr/>
    </dgm:pt>
    <dgm:pt modelId="{B338C165-7DB7-414F-BE5E-2937E13CE77A}" type="pres">
      <dgm:prSet presAssocID="{A58E5DC6-81C2-47C6-9E59-EC3BD30EECC1}" presName="vertSpace2a" presStyleCnt="0"/>
      <dgm:spPr/>
    </dgm:pt>
    <dgm:pt modelId="{4E87315C-0C9F-4EC6-8315-05BFBDF3D232}" type="pres">
      <dgm:prSet presAssocID="{A58E5DC6-81C2-47C6-9E59-EC3BD30EECC1}" presName="horz2" presStyleCnt="0"/>
      <dgm:spPr/>
    </dgm:pt>
    <dgm:pt modelId="{5DBB2434-E0A2-47A5-8555-1EE3B270DA65}" type="pres">
      <dgm:prSet presAssocID="{A58E5DC6-81C2-47C6-9E59-EC3BD30EECC1}" presName="horzSpace2" presStyleCnt="0"/>
      <dgm:spPr/>
    </dgm:pt>
    <dgm:pt modelId="{C06A4D44-1904-42B0-952C-73ED34B5DB34}" type="pres">
      <dgm:prSet presAssocID="{A58E5DC6-81C2-47C6-9E59-EC3BD30EECC1}" presName="tx2" presStyleLbl="revTx" presStyleIdx="1" presStyleCnt="9"/>
      <dgm:spPr/>
    </dgm:pt>
    <dgm:pt modelId="{8782A21D-4F50-4978-8FFF-C29AA113E83A}" type="pres">
      <dgm:prSet presAssocID="{A58E5DC6-81C2-47C6-9E59-EC3BD30EECC1}" presName="vert2" presStyleCnt="0"/>
      <dgm:spPr/>
    </dgm:pt>
    <dgm:pt modelId="{9FC040EC-E247-4F00-BC6A-B06525C5F837}" type="pres">
      <dgm:prSet presAssocID="{A58E5DC6-81C2-47C6-9E59-EC3BD30EECC1}" presName="thinLine2b" presStyleLbl="callout" presStyleIdx="0" presStyleCnt="7"/>
      <dgm:spPr/>
    </dgm:pt>
    <dgm:pt modelId="{F9AF1136-C8CA-4D7F-99EE-B814CB341873}" type="pres">
      <dgm:prSet presAssocID="{A58E5DC6-81C2-47C6-9E59-EC3BD30EECC1}" presName="vertSpace2b" presStyleCnt="0"/>
      <dgm:spPr/>
    </dgm:pt>
    <dgm:pt modelId="{1C00C385-E934-4954-9547-F8A32CAFB7D3}" type="pres">
      <dgm:prSet presAssocID="{2AB203A4-B4D4-45DA-A65A-DE9707789C98}" presName="horz2" presStyleCnt="0"/>
      <dgm:spPr/>
    </dgm:pt>
    <dgm:pt modelId="{A626968C-A068-495A-912A-540E09C5D351}" type="pres">
      <dgm:prSet presAssocID="{2AB203A4-B4D4-45DA-A65A-DE9707789C98}" presName="horzSpace2" presStyleCnt="0"/>
      <dgm:spPr/>
    </dgm:pt>
    <dgm:pt modelId="{A5C45404-B429-4073-A447-7E917E0F05CD}" type="pres">
      <dgm:prSet presAssocID="{2AB203A4-B4D4-45DA-A65A-DE9707789C98}" presName="tx2" presStyleLbl="revTx" presStyleIdx="2" presStyleCnt="9"/>
      <dgm:spPr/>
    </dgm:pt>
    <dgm:pt modelId="{8F3E1DBB-6B54-4CD0-ADF8-BE05FADD78D5}" type="pres">
      <dgm:prSet presAssocID="{2AB203A4-B4D4-45DA-A65A-DE9707789C98}" presName="vert2" presStyleCnt="0"/>
      <dgm:spPr/>
    </dgm:pt>
    <dgm:pt modelId="{ED6FB5BE-13AC-4B06-BB4A-0D4A91EDEDFE}" type="pres">
      <dgm:prSet presAssocID="{2AB203A4-B4D4-45DA-A65A-DE9707789C98}" presName="thinLine2b" presStyleLbl="callout" presStyleIdx="1" presStyleCnt="7"/>
      <dgm:spPr/>
    </dgm:pt>
    <dgm:pt modelId="{1FEC80C9-4838-4D7A-9DE8-7B4EB168D843}" type="pres">
      <dgm:prSet presAssocID="{2AB203A4-B4D4-45DA-A65A-DE9707789C98}" presName="vertSpace2b" presStyleCnt="0"/>
      <dgm:spPr/>
    </dgm:pt>
    <dgm:pt modelId="{396F48F3-E009-476C-AF76-EB4E610D93ED}" type="pres">
      <dgm:prSet presAssocID="{0BC31A64-29B4-43A2-8B7D-65A5A950E177}" presName="horz2" presStyleCnt="0"/>
      <dgm:spPr/>
    </dgm:pt>
    <dgm:pt modelId="{9CC16F9E-6217-4EC6-8284-5E3ACC23C501}" type="pres">
      <dgm:prSet presAssocID="{0BC31A64-29B4-43A2-8B7D-65A5A950E177}" presName="horzSpace2" presStyleCnt="0"/>
      <dgm:spPr/>
    </dgm:pt>
    <dgm:pt modelId="{272F6950-3CF9-4AA9-A9A3-E8631F22D8D2}" type="pres">
      <dgm:prSet presAssocID="{0BC31A64-29B4-43A2-8B7D-65A5A950E177}" presName="tx2" presStyleLbl="revTx" presStyleIdx="3" presStyleCnt="9"/>
      <dgm:spPr/>
    </dgm:pt>
    <dgm:pt modelId="{5A8A23C2-C344-4A7B-89E7-240A9B8CA072}" type="pres">
      <dgm:prSet presAssocID="{0BC31A64-29B4-43A2-8B7D-65A5A950E177}" presName="vert2" presStyleCnt="0"/>
      <dgm:spPr/>
    </dgm:pt>
    <dgm:pt modelId="{21E81CE1-3C91-4004-84CA-AF6249F0BE21}" type="pres">
      <dgm:prSet presAssocID="{0BC31A64-29B4-43A2-8B7D-65A5A950E177}" presName="thinLine2b" presStyleLbl="callout" presStyleIdx="2" presStyleCnt="7"/>
      <dgm:spPr/>
    </dgm:pt>
    <dgm:pt modelId="{991D3D40-0E36-479A-8E2F-F57FB285B7BB}" type="pres">
      <dgm:prSet presAssocID="{0BC31A64-29B4-43A2-8B7D-65A5A950E177}" presName="vertSpace2b" presStyleCnt="0"/>
      <dgm:spPr/>
    </dgm:pt>
    <dgm:pt modelId="{2FFA5A5B-806B-4E7F-B67E-834DC761A214}" type="pres">
      <dgm:prSet presAssocID="{B2002194-2340-4D2F-906A-75FAE3C888CF}" presName="horz2" presStyleCnt="0"/>
      <dgm:spPr/>
    </dgm:pt>
    <dgm:pt modelId="{A91C2B9B-8AD6-43F9-83AA-98F6B50C33B6}" type="pres">
      <dgm:prSet presAssocID="{B2002194-2340-4D2F-906A-75FAE3C888CF}" presName="horzSpace2" presStyleCnt="0"/>
      <dgm:spPr/>
    </dgm:pt>
    <dgm:pt modelId="{88268091-7545-4610-A7F0-48850747BF2B}" type="pres">
      <dgm:prSet presAssocID="{B2002194-2340-4D2F-906A-75FAE3C888CF}" presName="tx2" presStyleLbl="revTx" presStyleIdx="4" presStyleCnt="9"/>
      <dgm:spPr/>
    </dgm:pt>
    <dgm:pt modelId="{F5DACFBE-9DD0-4819-AD14-110F0DA29FAD}" type="pres">
      <dgm:prSet presAssocID="{B2002194-2340-4D2F-906A-75FAE3C888CF}" presName="vert2" presStyleCnt="0"/>
      <dgm:spPr/>
    </dgm:pt>
    <dgm:pt modelId="{762BC6B2-9480-475B-B8E9-939DCB30C89F}" type="pres">
      <dgm:prSet presAssocID="{B2002194-2340-4D2F-906A-75FAE3C888CF}" presName="thinLine2b" presStyleLbl="callout" presStyleIdx="3" presStyleCnt="7"/>
      <dgm:spPr/>
    </dgm:pt>
    <dgm:pt modelId="{8705EB41-DE6B-410C-972B-824ECDF79E7D}" type="pres">
      <dgm:prSet presAssocID="{B2002194-2340-4D2F-906A-75FAE3C888CF}" presName="vertSpace2b" presStyleCnt="0"/>
      <dgm:spPr/>
    </dgm:pt>
    <dgm:pt modelId="{37FDD02C-E486-4131-A17A-E42D795004DB}" type="pres">
      <dgm:prSet presAssocID="{B60C1609-AE52-426F-B21B-07FE35A2DB28}" presName="thickLine" presStyleLbl="alignNode1" presStyleIdx="1" presStyleCnt="2"/>
      <dgm:spPr/>
    </dgm:pt>
    <dgm:pt modelId="{419A92F3-9087-4FB7-96D2-DD544FFBB0CB}" type="pres">
      <dgm:prSet presAssocID="{B60C1609-AE52-426F-B21B-07FE35A2DB28}" presName="horz1" presStyleCnt="0"/>
      <dgm:spPr/>
    </dgm:pt>
    <dgm:pt modelId="{8CFEDB7C-61B2-48A8-89D8-A475FC6CF83A}" type="pres">
      <dgm:prSet presAssocID="{B60C1609-AE52-426F-B21B-07FE35A2DB28}" presName="tx1" presStyleLbl="revTx" presStyleIdx="5" presStyleCnt="9"/>
      <dgm:spPr/>
    </dgm:pt>
    <dgm:pt modelId="{DB3F1FD5-2CD6-486F-8D55-24E45838288C}" type="pres">
      <dgm:prSet presAssocID="{B60C1609-AE52-426F-B21B-07FE35A2DB28}" presName="vert1" presStyleCnt="0"/>
      <dgm:spPr/>
    </dgm:pt>
    <dgm:pt modelId="{C9D0EE3F-7207-460B-B11B-23A76706BAE3}" type="pres">
      <dgm:prSet presAssocID="{DE04472F-7227-47B5-B88E-BC2D7C6173F8}" presName="vertSpace2a" presStyleCnt="0"/>
      <dgm:spPr/>
    </dgm:pt>
    <dgm:pt modelId="{6F491A2E-0048-4342-AF18-2EB12C7BE0E0}" type="pres">
      <dgm:prSet presAssocID="{DE04472F-7227-47B5-B88E-BC2D7C6173F8}" presName="horz2" presStyleCnt="0"/>
      <dgm:spPr/>
    </dgm:pt>
    <dgm:pt modelId="{EC4C50D4-8E24-44B5-87BE-65ED8ADF791A}" type="pres">
      <dgm:prSet presAssocID="{DE04472F-7227-47B5-B88E-BC2D7C6173F8}" presName="horzSpace2" presStyleCnt="0"/>
      <dgm:spPr/>
    </dgm:pt>
    <dgm:pt modelId="{09EA25CB-9090-4298-95D3-44AE82359A2E}" type="pres">
      <dgm:prSet presAssocID="{DE04472F-7227-47B5-B88E-BC2D7C6173F8}" presName="tx2" presStyleLbl="revTx" presStyleIdx="6" presStyleCnt="9"/>
      <dgm:spPr/>
    </dgm:pt>
    <dgm:pt modelId="{F000FE8C-711B-4CFB-8656-C9C976B901DD}" type="pres">
      <dgm:prSet presAssocID="{DE04472F-7227-47B5-B88E-BC2D7C6173F8}" presName="vert2" presStyleCnt="0"/>
      <dgm:spPr/>
    </dgm:pt>
    <dgm:pt modelId="{E8D1C17D-D5F1-4E23-A55A-DB41D770CF79}" type="pres">
      <dgm:prSet presAssocID="{DE04472F-7227-47B5-B88E-BC2D7C6173F8}" presName="thinLine2b" presStyleLbl="callout" presStyleIdx="4" presStyleCnt="7"/>
      <dgm:spPr/>
    </dgm:pt>
    <dgm:pt modelId="{37321C40-6CBC-4B59-8C1B-E977AD9BD58C}" type="pres">
      <dgm:prSet presAssocID="{DE04472F-7227-47B5-B88E-BC2D7C6173F8}" presName="vertSpace2b" presStyleCnt="0"/>
      <dgm:spPr/>
    </dgm:pt>
    <dgm:pt modelId="{39FCBC05-D641-4ACC-AE27-80355AB36CEA}" type="pres">
      <dgm:prSet presAssocID="{B3B682EB-06CC-455C-84C2-6BA81AB18290}" presName="horz2" presStyleCnt="0"/>
      <dgm:spPr/>
    </dgm:pt>
    <dgm:pt modelId="{94DF295C-D0AB-43E5-997C-EEBF253A630F}" type="pres">
      <dgm:prSet presAssocID="{B3B682EB-06CC-455C-84C2-6BA81AB18290}" presName="horzSpace2" presStyleCnt="0"/>
      <dgm:spPr/>
    </dgm:pt>
    <dgm:pt modelId="{483D662B-1A17-43CE-A183-CB7F663DCC86}" type="pres">
      <dgm:prSet presAssocID="{B3B682EB-06CC-455C-84C2-6BA81AB18290}" presName="tx2" presStyleLbl="revTx" presStyleIdx="7" presStyleCnt="9"/>
      <dgm:spPr/>
    </dgm:pt>
    <dgm:pt modelId="{EF6EEB7E-C7FF-48DE-90C5-3425C93FE13F}" type="pres">
      <dgm:prSet presAssocID="{B3B682EB-06CC-455C-84C2-6BA81AB18290}" presName="vert2" presStyleCnt="0"/>
      <dgm:spPr/>
    </dgm:pt>
    <dgm:pt modelId="{6C3C58A8-08BB-41A5-9F64-8A85255E9B18}" type="pres">
      <dgm:prSet presAssocID="{B3B682EB-06CC-455C-84C2-6BA81AB18290}" presName="thinLine2b" presStyleLbl="callout" presStyleIdx="5" presStyleCnt="7"/>
      <dgm:spPr/>
    </dgm:pt>
    <dgm:pt modelId="{774DEFA5-E84F-43F4-9422-D80497055787}" type="pres">
      <dgm:prSet presAssocID="{B3B682EB-06CC-455C-84C2-6BA81AB18290}" presName="vertSpace2b" presStyleCnt="0"/>
      <dgm:spPr/>
    </dgm:pt>
    <dgm:pt modelId="{F137974D-A388-4136-A80E-13E48F67B54F}" type="pres">
      <dgm:prSet presAssocID="{8AEEDB60-6F23-4D90-9F4E-6C6EB74D17E5}" presName="horz2" presStyleCnt="0"/>
      <dgm:spPr/>
    </dgm:pt>
    <dgm:pt modelId="{754229E5-84D7-4640-A610-DC8387772E04}" type="pres">
      <dgm:prSet presAssocID="{8AEEDB60-6F23-4D90-9F4E-6C6EB74D17E5}" presName="horzSpace2" presStyleCnt="0"/>
      <dgm:spPr/>
    </dgm:pt>
    <dgm:pt modelId="{A41ABB6D-8665-4902-BD44-3FF862D4DE4B}" type="pres">
      <dgm:prSet presAssocID="{8AEEDB60-6F23-4D90-9F4E-6C6EB74D17E5}" presName="tx2" presStyleLbl="revTx" presStyleIdx="8" presStyleCnt="9"/>
      <dgm:spPr/>
    </dgm:pt>
    <dgm:pt modelId="{99B23CFA-D669-4379-9288-22193D01DF69}" type="pres">
      <dgm:prSet presAssocID="{8AEEDB60-6F23-4D90-9F4E-6C6EB74D17E5}" presName="vert2" presStyleCnt="0"/>
      <dgm:spPr/>
    </dgm:pt>
    <dgm:pt modelId="{76C5A605-32FB-4DBF-A8E6-624B92A1688F}" type="pres">
      <dgm:prSet presAssocID="{8AEEDB60-6F23-4D90-9F4E-6C6EB74D17E5}" presName="thinLine2b" presStyleLbl="callout" presStyleIdx="6" presStyleCnt="7"/>
      <dgm:spPr/>
    </dgm:pt>
    <dgm:pt modelId="{8F95D959-DFD2-4A01-B928-71E898CD744A}" type="pres">
      <dgm:prSet presAssocID="{8AEEDB60-6F23-4D90-9F4E-6C6EB74D17E5}" presName="vertSpace2b" presStyleCnt="0"/>
      <dgm:spPr/>
    </dgm:pt>
  </dgm:ptLst>
  <dgm:cxnLst>
    <dgm:cxn modelId="{366D931D-E057-48A3-AE63-0341E8966F5D}" srcId="{B60C1609-AE52-426F-B21B-07FE35A2DB28}" destId="{B3B682EB-06CC-455C-84C2-6BA81AB18290}" srcOrd="1" destOrd="0" parTransId="{8524EA5B-55BE-4753-8C27-DD1AEB086E89}" sibTransId="{F99C4384-1550-42D0-B244-25641C62073D}"/>
    <dgm:cxn modelId="{F36AAC1D-8E23-4362-B860-200D4BEEE1AE}" srcId="{76621864-B95E-49D5-AC3F-C917E3D52D5C}" destId="{0BC31A64-29B4-43A2-8B7D-65A5A950E177}" srcOrd="2" destOrd="0" parTransId="{B7D78765-97BD-4B30-A35D-7FC9B0FACF48}" sibTransId="{6C16E9B5-1496-4F92-AC6E-F35BB291CD0E}"/>
    <dgm:cxn modelId="{8349941E-6EA8-4E27-95BD-0D3D3C59A0B0}" srcId="{76621864-B95E-49D5-AC3F-C917E3D52D5C}" destId="{A58E5DC6-81C2-47C6-9E59-EC3BD30EECC1}" srcOrd="0" destOrd="0" parTransId="{EB8EDE06-9991-4003-B48E-0CDADD83A732}" sibTransId="{5B161C75-EB47-4DC4-AA7A-D289B34D016D}"/>
    <dgm:cxn modelId="{62D6D92B-05C0-4E80-A7AA-3C7F85D6A7B9}" srcId="{B60C1609-AE52-426F-B21B-07FE35A2DB28}" destId="{DE04472F-7227-47B5-B88E-BC2D7C6173F8}" srcOrd="0" destOrd="0" parTransId="{700327F2-BDF8-4712-B73A-BAD79DAF8C60}" sibTransId="{4B0AE119-A711-4802-8004-E896A9EACB6B}"/>
    <dgm:cxn modelId="{042E865E-7AAB-4DC0-9E61-5883C414DDE8}" srcId="{B60C1609-AE52-426F-B21B-07FE35A2DB28}" destId="{8AEEDB60-6F23-4D90-9F4E-6C6EB74D17E5}" srcOrd="2" destOrd="0" parTransId="{4F3844C0-2C03-43F0-9DE3-4F993A826165}" sibTransId="{AAFA7420-5F5E-412D-8512-921E4F839004}"/>
    <dgm:cxn modelId="{8FED185F-D90F-49FF-BB17-3339AF3D3855}" type="presOf" srcId="{B3B682EB-06CC-455C-84C2-6BA81AB18290}" destId="{483D662B-1A17-43CE-A183-CB7F663DCC86}" srcOrd="0" destOrd="0" presId="urn:microsoft.com/office/officeart/2008/layout/LinedList"/>
    <dgm:cxn modelId="{28197941-6ECF-47A6-8021-EA463941E1DC}" type="presOf" srcId="{B60C1609-AE52-426F-B21B-07FE35A2DB28}" destId="{8CFEDB7C-61B2-48A8-89D8-A475FC6CF83A}" srcOrd="0" destOrd="0" presId="urn:microsoft.com/office/officeart/2008/layout/LinedList"/>
    <dgm:cxn modelId="{ACAB6369-A3CD-4238-A1EE-452DD0D33652}" srcId="{16B7244C-3B09-42FA-944F-7C17AF012999}" destId="{76621864-B95E-49D5-AC3F-C917E3D52D5C}" srcOrd="0" destOrd="0" parTransId="{A4528D8F-2F94-40FA-A07C-9191A5B85C30}" sibTransId="{A0119FD2-212B-4E83-ABA2-969F3CC95C18}"/>
    <dgm:cxn modelId="{F08F8188-003D-461A-A3CB-82D1DA58CA58}" srcId="{76621864-B95E-49D5-AC3F-C917E3D52D5C}" destId="{B2002194-2340-4D2F-906A-75FAE3C888CF}" srcOrd="3" destOrd="0" parTransId="{B49043C6-48DE-404A-82FF-2A8D70F694B3}" sibTransId="{1BDA1C7F-8B85-4DCC-B0B5-798EA91B57E4}"/>
    <dgm:cxn modelId="{3587A590-2CEE-4EA4-91DD-F0AC9A579ACF}" type="presOf" srcId="{2AB203A4-B4D4-45DA-A65A-DE9707789C98}" destId="{A5C45404-B429-4073-A447-7E917E0F05CD}" srcOrd="0" destOrd="0" presId="urn:microsoft.com/office/officeart/2008/layout/LinedList"/>
    <dgm:cxn modelId="{5A7ABCA4-1DAA-4219-9635-6A95C93EA6F3}" type="presOf" srcId="{A58E5DC6-81C2-47C6-9E59-EC3BD30EECC1}" destId="{C06A4D44-1904-42B0-952C-73ED34B5DB34}" srcOrd="0" destOrd="0" presId="urn:microsoft.com/office/officeart/2008/layout/LinedList"/>
    <dgm:cxn modelId="{4D52AEAC-AF14-479E-B850-39754B6F3220}" type="presOf" srcId="{0BC31A64-29B4-43A2-8B7D-65A5A950E177}" destId="{272F6950-3CF9-4AA9-A9A3-E8631F22D8D2}" srcOrd="0" destOrd="0" presId="urn:microsoft.com/office/officeart/2008/layout/LinedList"/>
    <dgm:cxn modelId="{A9231DB0-2C75-4FE2-974E-8F91477A028D}" srcId="{76621864-B95E-49D5-AC3F-C917E3D52D5C}" destId="{2AB203A4-B4D4-45DA-A65A-DE9707789C98}" srcOrd="1" destOrd="0" parTransId="{9E246213-48CB-4EF3-A99F-7D833BAABBF7}" sibTransId="{13E12BE3-2EF3-4BD8-B9B5-1A6A8C66D3C3}"/>
    <dgm:cxn modelId="{7835DFB8-4D64-41C2-882B-F1AC5F418231}" type="presOf" srcId="{DE04472F-7227-47B5-B88E-BC2D7C6173F8}" destId="{09EA25CB-9090-4298-95D3-44AE82359A2E}" srcOrd="0" destOrd="0" presId="urn:microsoft.com/office/officeart/2008/layout/LinedList"/>
    <dgm:cxn modelId="{1FD4BBC2-860B-4079-A914-D718B1C59039}" type="presOf" srcId="{16B7244C-3B09-42FA-944F-7C17AF012999}" destId="{A82E570E-96AF-488D-A982-BB0047A72995}" srcOrd="0" destOrd="0" presId="urn:microsoft.com/office/officeart/2008/layout/LinedList"/>
    <dgm:cxn modelId="{89E8B0D1-C43A-4EB7-8600-D0F174B54438}" type="presOf" srcId="{B2002194-2340-4D2F-906A-75FAE3C888CF}" destId="{88268091-7545-4610-A7F0-48850747BF2B}" srcOrd="0" destOrd="0" presId="urn:microsoft.com/office/officeart/2008/layout/LinedList"/>
    <dgm:cxn modelId="{4F2751D5-E060-48B2-9B35-B7365B58FE5D}" type="presOf" srcId="{8AEEDB60-6F23-4D90-9F4E-6C6EB74D17E5}" destId="{A41ABB6D-8665-4902-BD44-3FF862D4DE4B}" srcOrd="0" destOrd="0" presId="urn:microsoft.com/office/officeart/2008/layout/LinedList"/>
    <dgm:cxn modelId="{08019CED-4364-4411-851A-39BFD0E03F7C}" srcId="{16B7244C-3B09-42FA-944F-7C17AF012999}" destId="{B60C1609-AE52-426F-B21B-07FE35A2DB28}" srcOrd="1" destOrd="0" parTransId="{EE929237-DA24-477D-AE67-88DCCD7F4689}" sibTransId="{2504605C-A114-4654-B80C-ABA69E087890}"/>
    <dgm:cxn modelId="{58B1CEF4-C9A1-4EDE-A146-DF6CE59236DE}" type="presOf" srcId="{76621864-B95E-49D5-AC3F-C917E3D52D5C}" destId="{C24F3584-127D-45F4-B6F6-4055E59553D7}" srcOrd="0" destOrd="0" presId="urn:microsoft.com/office/officeart/2008/layout/LinedList"/>
    <dgm:cxn modelId="{034392E7-F19F-426B-804C-A3B459C4C629}" type="presParOf" srcId="{A82E570E-96AF-488D-A982-BB0047A72995}" destId="{784C45F2-83A0-4024-BA7F-A661BC589F24}" srcOrd="0" destOrd="0" presId="urn:microsoft.com/office/officeart/2008/layout/LinedList"/>
    <dgm:cxn modelId="{733FAAA2-A789-49EC-8C9F-055876015E25}" type="presParOf" srcId="{A82E570E-96AF-488D-A982-BB0047A72995}" destId="{0A1C8E17-D57C-4345-BC75-580DD084C22D}" srcOrd="1" destOrd="0" presId="urn:microsoft.com/office/officeart/2008/layout/LinedList"/>
    <dgm:cxn modelId="{4AADEB53-6656-475E-9A18-C4EFD19D99DC}" type="presParOf" srcId="{0A1C8E17-D57C-4345-BC75-580DD084C22D}" destId="{C24F3584-127D-45F4-B6F6-4055E59553D7}" srcOrd="0" destOrd="0" presId="urn:microsoft.com/office/officeart/2008/layout/LinedList"/>
    <dgm:cxn modelId="{3A7D19BA-A62C-40F8-9068-1EB9A4009201}" type="presParOf" srcId="{0A1C8E17-D57C-4345-BC75-580DD084C22D}" destId="{F48D6A04-781A-400B-B040-878C70A62FEF}" srcOrd="1" destOrd="0" presId="urn:microsoft.com/office/officeart/2008/layout/LinedList"/>
    <dgm:cxn modelId="{04F1BBEB-1422-40D4-817E-1B9106C139C6}" type="presParOf" srcId="{F48D6A04-781A-400B-B040-878C70A62FEF}" destId="{B338C165-7DB7-414F-BE5E-2937E13CE77A}" srcOrd="0" destOrd="0" presId="urn:microsoft.com/office/officeart/2008/layout/LinedList"/>
    <dgm:cxn modelId="{C3A5B166-4093-4CF0-9DDA-83E72B4B5F95}" type="presParOf" srcId="{F48D6A04-781A-400B-B040-878C70A62FEF}" destId="{4E87315C-0C9F-4EC6-8315-05BFBDF3D232}" srcOrd="1" destOrd="0" presId="urn:microsoft.com/office/officeart/2008/layout/LinedList"/>
    <dgm:cxn modelId="{0D6D7B8F-A7BE-4158-ADA5-FC8C32E5E75C}" type="presParOf" srcId="{4E87315C-0C9F-4EC6-8315-05BFBDF3D232}" destId="{5DBB2434-E0A2-47A5-8555-1EE3B270DA65}" srcOrd="0" destOrd="0" presId="urn:microsoft.com/office/officeart/2008/layout/LinedList"/>
    <dgm:cxn modelId="{96AAC277-E94E-40C3-AE9A-78ADDAB280D4}" type="presParOf" srcId="{4E87315C-0C9F-4EC6-8315-05BFBDF3D232}" destId="{C06A4D44-1904-42B0-952C-73ED34B5DB34}" srcOrd="1" destOrd="0" presId="urn:microsoft.com/office/officeart/2008/layout/LinedList"/>
    <dgm:cxn modelId="{46605DF6-FF36-4F28-93CD-0127C0616D98}" type="presParOf" srcId="{4E87315C-0C9F-4EC6-8315-05BFBDF3D232}" destId="{8782A21D-4F50-4978-8FFF-C29AA113E83A}" srcOrd="2" destOrd="0" presId="urn:microsoft.com/office/officeart/2008/layout/LinedList"/>
    <dgm:cxn modelId="{797916B2-26A3-4918-AB59-88C72ED445ED}" type="presParOf" srcId="{F48D6A04-781A-400B-B040-878C70A62FEF}" destId="{9FC040EC-E247-4F00-BC6A-B06525C5F837}" srcOrd="2" destOrd="0" presId="urn:microsoft.com/office/officeart/2008/layout/LinedList"/>
    <dgm:cxn modelId="{EDC9C288-67AD-4F8B-B849-E70D9D320E1F}" type="presParOf" srcId="{F48D6A04-781A-400B-B040-878C70A62FEF}" destId="{F9AF1136-C8CA-4D7F-99EE-B814CB341873}" srcOrd="3" destOrd="0" presId="urn:microsoft.com/office/officeart/2008/layout/LinedList"/>
    <dgm:cxn modelId="{2023C99F-F792-469C-A46C-BF19ADEF96AD}" type="presParOf" srcId="{F48D6A04-781A-400B-B040-878C70A62FEF}" destId="{1C00C385-E934-4954-9547-F8A32CAFB7D3}" srcOrd="4" destOrd="0" presId="urn:microsoft.com/office/officeart/2008/layout/LinedList"/>
    <dgm:cxn modelId="{212480A1-986F-4FB9-B90E-260ADFAF8999}" type="presParOf" srcId="{1C00C385-E934-4954-9547-F8A32CAFB7D3}" destId="{A626968C-A068-495A-912A-540E09C5D351}" srcOrd="0" destOrd="0" presId="urn:microsoft.com/office/officeart/2008/layout/LinedList"/>
    <dgm:cxn modelId="{89058661-F775-429B-B420-3B677025C097}" type="presParOf" srcId="{1C00C385-E934-4954-9547-F8A32CAFB7D3}" destId="{A5C45404-B429-4073-A447-7E917E0F05CD}" srcOrd="1" destOrd="0" presId="urn:microsoft.com/office/officeart/2008/layout/LinedList"/>
    <dgm:cxn modelId="{CD3451FB-B80A-4F1F-BFBD-7F097256A520}" type="presParOf" srcId="{1C00C385-E934-4954-9547-F8A32CAFB7D3}" destId="{8F3E1DBB-6B54-4CD0-ADF8-BE05FADD78D5}" srcOrd="2" destOrd="0" presId="urn:microsoft.com/office/officeart/2008/layout/LinedList"/>
    <dgm:cxn modelId="{E8377503-DE9F-44B1-86AE-ED696E50367A}" type="presParOf" srcId="{F48D6A04-781A-400B-B040-878C70A62FEF}" destId="{ED6FB5BE-13AC-4B06-BB4A-0D4A91EDEDFE}" srcOrd="5" destOrd="0" presId="urn:microsoft.com/office/officeart/2008/layout/LinedList"/>
    <dgm:cxn modelId="{A80635F3-7669-422A-95CA-7403A8073F3E}" type="presParOf" srcId="{F48D6A04-781A-400B-B040-878C70A62FEF}" destId="{1FEC80C9-4838-4D7A-9DE8-7B4EB168D843}" srcOrd="6" destOrd="0" presId="urn:microsoft.com/office/officeart/2008/layout/LinedList"/>
    <dgm:cxn modelId="{23ED6389-1817-4C3E-AAEC-E6F2F26C0712}" type="presParOf" srcId="{F48D6A04-781A-400B-B040-878C70A62FEF}" destId="{396F48F3-E009-476C-AF76-EB4E610D93ED}" srcOrd="7" destOrd="0" presId="urn:microsoft.com/office/officeart/2008/layout/LinedList"/>
    <dgm:cxn modelId="{B9650744-39A3-4EC7-AE08-D0C6ACC575B9}" type="presParOf" srcId="{396F48F3-E009-476C-AF76-EB4E610D93ED}" destId="{9CC16F9E-6217-4EC6-8284-5E3ACC23C501}" srcOrd="0" destOrd="0" presId="urn:microsoft.com/office/officeart/2008/layout/LinedList"/>
    <dgm:cxn modelId="{11F1A6E1-26D0-48E5-A686-AE36942DABA7}" type="presParOf" srcId="{396F48F3-E009-476C-AF76-EB4E610D93ED}" destId="{272F6950-3CF9-4AA9-A9A3-E8631F22D8D2}" srcOrd="1" destOrd="0" presId="urn:microsoft.com/office/officeart/2008/layout/LinedList"/>
    <dgm:cxn modelId="{F5782AC8-6422-4C46-8387-66BBF36775A8}" type="presParOf" srcId="{396F48F3-E009-476C-AF76-EB4E610D93ED}" destId="{5A8A23C2-C344-4A7B-89E7-240A9B8CA072}" srcOrd="2" destOrd="0" presId="urn:microsoft.com/office/officeart/2008/layout/LinedList"/>
    <dgm:cxn modelId="{4A28CB9A-BD9D-4EAA-AEDA-1A8F44684C3E}" type="presParOf" srcId="{F48D6A04-781A-400B-B040-878C70A62FEF}" destId="{21E81CE1-3C91-4004-84CA-AF6249F0BE21}" srcOrd="8" destOrd="0" presId="urn:microsoft.com/office/officeart/2008/layout/LinedList"/>
    <dgm:cxn modelId="{1C635237-D550-4288-8F72-D1838FAE7B21}" type="presParOf" srcId="{F48D6A04-781A-400B-B040-878C70A62FEF}" destId="{991D3D40-0E36-479A-8E2F-F57FB285B7BB}" srcOrd="9" destOrd="0" presId="urn:microsoft.com/office/officeart/2008/layout/LinedList"/>
    <dgm:cxn modelId="{56EFE2D6-5EFB-4481-A298-A31A692DDC22}" type="presParOf" srcId="{F48D6A04-781A-400B-B040-878C70A62FEF}" destId="{2FFA5A5B-806B-4E7F-B67E-834DC761A214}" srcOrd="10" destOrd="0" presId="urn:microsoft.com/office/officeart/2008/layout/LinedList"/>
    <dgm:cxn modelId="{D6000C47-FB6A-4E08-996C-9A3626717583}" type="presParOf" srcId="{2FFA5A5B-806B-4E7F-B67E-834DC761A214}" destId="{A91C2B9B-8AD6-43F9-83AA-98F6B50C33B6}" srcOrd="0" destOrd="0" presId="urn:microsoft.com/office/officeart/2008/layout/LinedList"/>
    <dgm:cxn modelId="{5AC609F0-EBF9-4FCC-B090-6B9C3DF79055}" type="presParOf" srcId="{2FFA5A5B-806B-4E7F-B67E-834DC761A214}" destId="{88268091-7545-4610-A7F0-48850747BF2B}" srcOrd="1" destOrd="0" presId="urn:microsoft.com/office/officeart/2008/layout/LinedList"/>
    <dgm:cxn modelId="{31DA6FD1-0A68-4250-916D-986FBF677F05}" type="presParOf" srcId="{2FFA5A5B-806B-4E7F-B67E-834DC761A214}" destId="{F5DACFBE-9DD0-4819-AD14-110F0DA29FAD}" srcOrd="2" destOrd="0" presId="urn:microsoft.com/office/officeart/2008/layout/LinedList"/>
    <dgm:cxn modelId="{F176F5EF-60CD-4EA7-8F4C-5971B7367CD6}" type="presParOf" srcId="{F48D6A04-781A-400B-B040-878C70A62FEF}" destId="{762BC6B2-9480-475B-B8E9-939DCB30C89F}" srcOrd="11" destOrd="0" presId="urn:microsoft.com/office/officeart/2008/layout/LinedList"/>
    <dgm:cxn modelId="{4758D894-EA1F-49AB-9C27-AB63BEA9404D}" type="presParOf" srcId="{F48D6A04-781A-400B-B040-878C70A62FEF}" destId="{8705EB41-DE6B-410C-972B-824ECDF79E7D}" srcOrd="12" destOrd="0" presId="urn:microsoft.com/office/officeart/2008/layout/LinedList"/>
    <dgm:cxn modelId="{838054E1-E850-4CF6-9029-9AB33ED3CDB9}" type="presParOf" srcId="{A82E570E-96AF-488D-A982-BB0047A72995}" destId="{37FDD02C-E486-4131-A17A-E42D795004DB}" srcOrd="2" destOrd="0" presId="urn:microsoft.com/office/officeart/2008/layout/LinedList"/>
    <dgm:cxn modelId="{6CE5DB6A-6163-4B05-84E3-3CA1D736A9FB}" type="presParOf" srcId="{A82E570E-96AF-488D-A982-BB0047A72995}" destId="{419A92F3-9087-4FB7-96D2-DD544FFBB0CB}" srcOrd="3" destOrd="0" presId="urn:microsoft.com/office/officeart/2008/layout/LinedList"/>
    <dgm:cxn modelId="{A73DBAA7-51B4-45D2-9C3F-18BA26E660F6}" type="presParOf" srcId="{419A92F3-9087-4FB7-96D2-DD544FFBB0CB}" destId="{8CFEDB7C-61B2-48A8-89D8-A475FC6CF83A}" srcOrd="0" destOrd="0" presId="urn:microsoft.com/office/officeart/2008/layout/LinedList"/>
    <dgm:cxn modelId="{7F72C3FE-C392-4E60-953D-BE81FDD98677}" type="presParOf" srcId="{419A92F3-9087-4FB7-96D2-DD544FFBB0CB}" destId="{DB3F1FD5-2CD6-486F-8D55-24E45838288C}" srcOrd="1" destOrd="0" presId="urn:microsoft.com/office/officeart/2008/layout/LinedList"/>
    <dgm:cxn modelId="{708E7137-FDA8-49EE-9BD5-FEDE845B6B51}" type="presParOf" srcId="{DB3F1FD5-2CD6-486F-8D55-24E45838288C}" destId="{C9D0EE3F-7207-460B-B11B-23A76706BAE3}" srcOrd="0" destOrd="0" presId="urn:microsoft.com/office/officeart/2008/layout/LinedList"/>
    <dgm:cxn modelId="{735AB502-710A-4BF2-839B-B504AE2B24BB}" type="presParOf" srcId="{DB3F1FD5-2CD6-486F-8D55-24E45838288C}" destId="{6F491A2E-0048-4342-AF18-2EB12C7BE0E0}" srcOrd="1" destOrd="0" presId="urn:microsoft.com/office/officeart/2008/layout/LinedList"/>
    <dgm:cxn modelId="{A31C584D-EAA4-428A-AD74-58F4EE6432FC}" type="presParOf" srcId="{6F491A2E-0048-4342-AF18-2EB12C7BE0E0}" destId="{EC4C50D4-8E24-44B5-87BE-65ED8ADF791A}" srcOrd="0" destOrd="0" presId="urn:microsoft.com/office/officeart/2008/layout/LinedList"/>
    <dgm:cxn modelId="{5DE74C3E-F9AD-47C6-A6AD-8D29FE581221}" type="presParOf" srcId="{6F491A2E-0048-4342-AF18-2EB12C7BE0E0}" destId="{09EA25CB-9090-4298-95D3-44AE82359A2E}" srcOrd="1" destOrd="0" presId="urn:microsoft.com/office/officeart/2008/layout/LinedList"/>
    <dgm:cxn modelId="{C8B48955-2257-442E-9367-AAD340562F3A}" type="presParOf" srcId="{6F491A2E-0048-4342-AF18-2EB12C7BE0E0}" destId="{F000FE8C-711B-4CFB-8656-C9C976B901DD}" srcOrd="2" destOrd="0" presId="urn:microsoft.com/office/officeart/2008/layout/LinedList"/>
    <dgm:cxn modelId="{DD8D8B44-EB2B-4B4A-8C43-EFD6C64F0654}" type="presParOf" srcId="{DB3F1FD5-2CD6-486F-8D55-24E45838288C}" destId="{E8D1C17D-D5F1-4E23-A55A-DB41D770CF79}" srcOrd="2" destOrd="0" presId="urn:microsoft.com/office/officeart/2008/layout/LinedList"/>
    <dgm:cxn modelId="{A9687CDC-1E1F-4855-B287-250F4B868476}" type="presParOf" srcId="{DB3F1FD5-2CD6-486F-8D55-24E45838288C}" destId="{37321C40-6CBC-4B59-8C1B-E977AD9BD58C}" srcOrd="3" destOrd="0" presId="urn:microsoft.com/office/officeart/2008/layout/LinedList"/>
    <dgm:cxn modelId="{D1C4195D-C1FA-46FD-872B-27ECFA4040E9}" type="presParOf" srcId="{DB3F1FD5-2CD6-486F-8D55-24E45838288C}" destId="{39FCBC05-D641-4ACC-AE27-80355AB36CEA}" srcOrd="4" destOrd="0" presId="urn:microsoft.com/office/officeart/2008/layout/LinedList"/>
    <dgm:cxn modelId="{4F82B10C-C202-4617-AA5F-CDBE96DB2CCA}" type="presParOf" srcId="{39FCBC05-D641-4ACC-AE27-80355AB36CEA}" destId="{94DF295C-D0AB-43E5-997C-EEBF253A630F}" srcOrd="0" destOrd="0" presId="urn:microsoft.com/office/officeart/2008/layout/LinedList"/>
    <dgm:cxn modelId="{FC3E5342-E8A5-446C-B8CE-9AA6630993E8}" type="presParOf" srcId="{39FCBC05-D641-4ACC-AE27-80355AB36CEA}" destId="{483D662B-1A17-43CE-A183-CB7F663DCC86}" srcOrd="1" destOrd="0" presId="urn:microsoft.com/office/officeart/2008/layout/LinedList"/>
    <dgm:cxn modelId="{6D515C3B-AB3D-4B25-AD76-6DFE4F6497A2}" type="presParOf" srcId="{39FCBC05-D641-4ACC-AE27-80355AB36CEA}" destId="{EF6EEB7E-C7FF-48DE-90C5-3425C93FE13F}" srcOrd="2" destOrd="0" presId="urn:microsoft.com/office/officeart/2008/layout/LinedList"/>
    <dgm:cxn modelId="{5EBAF123-7214-4A52-B063-F2C0EDD590B5}" type="presParOf" srcId="{DB3F1FD5-2CD6-486F-8D55-24E45838288C}" destId="{6C3C58A8-08BB-41A5-9F64-8A85255E9B18}" srcOrd="5" destOrd="0" presId="urn:microsoft.com/office/officeart/2008/layout/LinedList"/>
    <dgm:cxn modelId="{A86829CA-6CA2-41AD-A5A2-9F54CC23C5F9}" type="presParOf" srcId="{DB3F1FD5-2CD6-486F-8D55-24E45838288C}" destId="{774DEFA5-E84F-43F4-9422-D80497055787}" srcOrd="6" destOrd="0" presId="urn:microsoft.com/office/officeart/2008/layout/LinedList"/>
    <dgm:cxn modelId="{DC24291D-E99B-42E4-9F3D-803253DC3752}" type="presParOf" srcId="{DB3F1FD5-2CD6-486F-8D55-24E45838288C}" destId="{F137974D-A388-4136-A80E-13E48F67B54F}" srcOrd="7" destOrd="0" presId="urn:microsoft.com/office/officeart/2008/layout/LinedList"/>
    <dgm:cxn modelId="{F834D87F-1687-4F7A-AB9B-04D75D4140D5}" type="presParOf" srcId="{F137974D-A388-4136-A80E-13E48F67B54F}" destId="{754229E5-84D7-4640-A610-DC8387772E04}" srcOrd="0" destOrd="0" presId="urn:microsoft.com/office/officeart/2008/layout/LinedList"/>
    <dgm:cxn modelId="{C8610F68-D8F5-4B19-A612-950B6F4DA1C4}" type="presParOf" srcId="{F137974D-A388-4136-A80E-13E48F67B54F}" destId="{A41ABB6D-8665-4902-BD44-3FF862D4DE4B}" srcOrd="1" destOrd="0" presId="urn:microsoft.com/office/officeart/2008/layout/LinedList"/>
    <dgm:cxn modelId="{071D5E18-6283-4726-9A75-A6CDA5AF2394}" type="presParOf" srcId="{F137974D-A388-4136-A80E-13E48F67B54F}" destId="{99B23CFA-D669-4379-9288-22193D01DF69}" srcOrd="2" destOrd="0" presId="urn:microsoft.com/office/officeart/2008/layout/LinedList"/>
    <dgm:cxn modelId="{F18D84A5-DD9D-4C56-80BE-C82CF830501B}" type="presParOf" srcId="{DB3F1FD5-2CD6-486F-8D55-24E45838288C}" destId="{76C5A605-32FB-4DBF-A8E6-624B92A1688F}" srcOrd="8" destOrd="0" presId="urn:microsoft.com/office/officeart/2008/layout/LinedList"/>
    <dgm:cxn modelId="{EF2C3292-60E3-4D0A-BB22-37E435CC1B62}" type="presParOf" srcId="{DB3F1FD5-2CD6-486F-8D55-24E45838288C}" destId="{8F95D959-DFD2-4A01-B928-71E898CD744A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D8F-A4F1-4D06-A838-01BCF24C9024}">
      <dsp:nvSpPr>
        <dsp:cNvPr id="0" name=""/>
        <dsp:cNvSpPr/>
      </dsp:nvSpPr>
      <dsp:spPr>
        <a:xfrm>
          <a:off x="0" y="0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FBA88F-8B58-4336-A6EC-BFC0F27D408A}">
      <dsp:nvSpPr>
        <dsp:cNvPr id="0" name=""/>
        <dsp:cNvSpPr/>
      </dsp:nvSpPr>
      <dsp:spPr>
        <a:xfrm>
          <a:off x="0" y="0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Rover Ready is a browser-based WebXR rover repair bay</a:t>
          </a:r>
        </a:p>
      </dsp:txBody>
      <dsp:txXfrm>
        <a:off x="0" y="0"/>
        <a:ext cx="6266011" cy="1224886"/>
      </dsp:txXfrm>
    </dsp:sp>
    <dsp:sp modelId="{9ECBA4C0-D132-451A-A718-53458129FB8E}">
      <dsp:nvSpPr>
        <dsp:cNvPr id="0" name=""/>
        <dsp:cNvSpPr/>
      </dsp:nvSpPr>
      <dsp:spPr>
        <a:xfrm>
          <a:off x="0" y="1224886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236686"/>
                <a:satOff val="-1956"/>
                <a:lumOff val="-4183"/>
                <a:alphaOff val="0"/>
                <a:tint val="96000"/>
                <a:lumMod val="104000"/>
              </a:schemeClr>
            </a:gs>
            <a:gs pos="100000">
              <a:schemeClr val="accent2">
                <a:hueOff val="-236686"/>
                <a:satOff val="-1956"/>
                <a:lumOff val="-4183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36686"/>
              <a:satOff val="-1956"/>
              <a:lumOff val="-4183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CF2212-D522-40B8-AD4F-1E6CC8BF2188}">
      <dsp:nvSpPr>
        <dsp:cNvPr id="0" name=""/>
        <dsp:cNvSpPr/>
      </dsp:nvSpPr>
      <dsp:spPr>
        <a:xfrm>
          <a:off x="0" y="1224886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player calls a rover into the bay, powers it, repairs it, checks it, and sends it out</a:t>
          </a:r>
        </a:p>
      </dsp:txBody>
      <dsp:txXfrm>
        <a:off x="0" y="1224886"/>
        <a:ext cx="6266011" cy="1224886"/>
      </dsp:txXfrm>
    </dsp:sp>
    <dsp:sp modelId="{49351691-8D03-4177-8528-54167EB3AE29}">
      <dsp:nvSpPr>
        <dsp:cNvPr id="0" name=""/>
        <dsp:cNvSpPr/>
      </dsp:nvSpPr>
      <dsp:spPr>
        <a:xfrm>
          <a:off x="0" y="2449773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473373"/>
                <a:satOff val="-3912"/>
                <a:lumOff val="-8366"/>
                <a:alphaOff val="0"/>
                <a:tint val="96000"/>
                <a:lumMod val="104000"/>
              </a:schemeClr>
            </a:gs>
            <a:gs pos="100000">
              <a:schemeClr val="accent2">
                <a:hueOff val="-473373"/>
                <a:satOff val="-3912"/>
                <a:lumOff val="-8366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73373"/>
              <a:satOff val="-3912"/>
              <a:lumOff val="-8366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C34ACB-E497-4250-BBFA-EAC141B4B020}">
      <dsp:nvSpPr>
        <dsp:cNvPr id="0" name=""/>
        <dsp:cNvSpPr/>
      </dsp:nvSpPr>
      <dsp:spPr>
        <a:xfrm>
          <a:off x="0" y="2449773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project stays in one compact garage room instead of trying to become a large level</a:t>
          </a:r>
        </a:p>
      </dsp:txBody>
      <dsp:txXfrm>
        <a:off x="0" y="2449773"/>
        <a:ext cx="6266011" cy="1224886"/>
      </dsp:txXfrm>
    </dsp:sp>
    <dsp:sp modelId="{AB71784D-4861-4113-A2D7-77842839AD59}">
      <dsp:nvSpPr>
        <dsp:cNvPr id="0" name=""/>
        <dsp:cNvSpPr/>
      </dsp:nvSpPr>
      <dsp:spPr>
        <a:xfrm>
          <a:off x="0" y="3674660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10059"/>
              <a:satOff val="-5868"/>
              <a:lumOff val="-12549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7083C7-3814-4C0F-8214-16F6D291031E}">
      <dsp:nvSpPr>
        <dsp:cNvPr id="0" name=""/>
        <dsp:cNvSpPr/>
      </dsp:nvSpPr>
      <dsp:spPr>
        <a:xfrm>
          <a:off x="0" y="3674660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Built with Blender, Three.js, WebXR, GLTFLoader, and Cannon-ES</a:t>
          </a:r>
        </a:p>
      </dsp:txBody>
      <dsp:txXfrm>
        <a:off x="0" y="3674660"/>
        <a:ext cx="6266011" cy="12248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B4AA7-388A-446B-93FA-B715BC498CD0}">
      <dsp:nvSpPr>
        <dsp:cNvPr id="0" name=""/>
        <dsp:cNvSpPr/>
      </dsp:nvSpPr>
      <dsp:spPr>
        <a:xfrm>
          <a:off x="2882094" y="606124"/>
          <a:ext cx="4676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621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3449" y="649353"/>
        <a:ext cx="24911" cy="4982"/>
      </dsp:txXfrm>
    </dsp:sp>
    <dsp:sp modelId="{1B1AC21E-CD9F-4192-8C60-AA7221587449}">
      <dsp:nvSpPr>
        <dsp:cNvPr id="0" name=""/>
        <dsp:cNvSpPr/>
      </dsp:nvSpPr>
      <dsp:spPr>
        <a:xfrm>
          <a:off x="717715" y="1990"/>
          <a:ext cx="2166179" cy="12997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145" tIns="111417" rIns="106145" bIns="11141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Press CALL ROVER on the bay control panel</a:t>
          </a:r>
        </a:p>
      </dsp:txBody>
      <dsp:txXfrm>
        <a:off x="717715" y="1990"/>
        <a:ext cx="2166179" cy="1299707"/>
      </dsp:txXfrm>
    </dsp:sp>
    <dsp:sp modelId="{61124C5C-2E64-45CC-B26F-9A0A5C7E3002}">
      <dsp:nvSpPr>
        <dsp:cNvPr id="0" name=""/>
        <dsp:cNvSpPr/>
      </dsp:nvSpPr>
      <dsp:spPr>
        <a:xfrm>
          <a:off x="1800805" y="1299898"/>
          <a:ext cx="2664400" cy="467621"/>
        </a:xfrm>
        <a:custGeom>
          <a:avLst/>
          <a:gdLst/>
          <a:ahLst/>
          <a:cxnLst/>
          <a:rect l="0" t="0" r="0" b="0"/>
          <a:pathLst>
            <a:path>
              <a:moveTo>
                <a:pt x="2664400" y="0"/>
              </a:moveTo>
              <a:lnTo>
                <a:pt x="2664400" y="250910"/>
              </a:lnTo>
              <a:lnTo>
                <a:pt x="0" y="250910"/>
              </a:lnTo>
              <a:lnTo>
                <a:pt x="0" y="467621"/>
              </a:lnTo>
            </a:path>
          </a:pathLst>
        </a:custGeom>
        <a:noFill/>
        <a:ln w="9525" cap="rnd" cmpd="sng" algn="ctr">
          <a:solidFill>
            <a:schemeClr val="accent2">
              <a:hueOff val="-177515"/>
              <a:satOff val="-1467"/>
              <a:lumOff val="-3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5240" y="1531217"/>
        <a:ext cx="135529" cy="4982"/>
      </dsp:txXfrm>
    </dsp:sp>
    <dsp:sp modelId="{933792DE-2EFD-4167-95E0-1F4C22A4F06A}">
      <dsp:nvSpPr>
        <dsp:cNvPr id="0" name=""/>
        <dsp:cNvSpPr/>
      </dsp:nvSpPr>
      <dsp:spPr>
        <a:xfrm>
          <a:off x="3382116" y="1990"/>
          <a:ext cx="2166179" cy="1299707"/>
        </a:xfrm>
        <a:prstGeom prst="rect">
          <a:avLst/>
        </a:prstGeom>
        <a:gradFill rotWithShape="0">
          <a:gsLst>
            <a:gs pos="0">
              <a:schemeClr val="accent2">
                <a:hueOff val="-142012"/>
                <a:satOff val="-1174"/>
                <a:lumOff val="-2510"/>
                <a:alphaOff val="0"/>
                <a:tint val="96000"/>
                <a:lumMod val="104000"/>
              </a:schemeClr>
            </a:gs>
            <a:gs pos="100000">
              <a:schemeClr val="accent2">
                <a:hueOff val="-142012"/>
                <a:satOff val="-1174"/>
                <a:lumOff val="-251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145" tIns="111417" rIns="106145" bIns="11141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Watch the bay door and rover arrival sequence</a:t>
          </a:r>
        </a:p>
      </dsp:txBody>
      <dsp:txXfrm>
        <a:off x="3382116" y="1990"/>
        <a:ext cx="2166179" cy="1299707"/>
      </dsp:txXfrm>
    </dsp:sp>
    <dsp:sp modelId="{C3984D85-7EE9-4187-B300-D000EAEDF119}">
      <dsp:nvSpPr>
        <dsp:cNvPr id="0" name=""/>
        <dsp:cNvSpPr/>
      </dsp:nvSpPr>
      <dsp:spPr>
        <a:xfrm>
          <a:off x="2882094" y="2404053"/>
          <a:ext cx="4676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621" y="45720"/>
              </a:lnTo>
            </a:path>
          </a:pathLst>
        </a:custGeom>
        <a:noFill/>
        <a:ln w="9525" cap="rnd" cmpd="sng" algn="ctr">
          <a:solidFill>
            <a:schemeClr val="accent2">
              <a:hueOff val="-355029"/>
              <a:satOff val="-2934"/>
              <a:lumOff val="-6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3449" y="2447282"/>
        <a:ext cx="24911" cy="4982"/>
      </dsp:txXfrm>
    </dsp:sp>
    <dsp:sp modelId="{ECC9BAE0-07B9-416A-85AB-DEACB8A0EF0D}">
      <dsp:nvSpPr>
        <dsp:cNvPr id="0" name=""/>
        <dsp:cNvSpPr/>
      </dsp:nvSpPr>
      <dsp:spPr>
        <a:xfrm>
          <a:off x="717715" y="1799919"/>
          <a:ext cx="2166179" cy="1299707"/>
        </a:xfrm>
        <a:prstGeom prst="rect">
          <a:avLst/>
        </a:prstGeom>
        <a:gradFill rotWithShape="0">
          <a:gsLst>
            <a:gs pos="0">
              <a:schemeClr val="accent2">
                <a:hueOff val="-284024"/>
                <a:satOff val="-2347"/>
                <a:lumOff val="-5020"/>
                <a:alphaOff val="0"/>
                <a:tint val="96000"/>
                <a:lumMod val="104000"/>
              </a:schemeClr>
            </a:gs>
            <a:gs pos="100000">
              <a:schemeClr val="accent2">
                <a:hueOff val="-284024"/>
                <a:satOff val="-2347"/>
                <a:lumOff val="-502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145" tIns="111417" rIns="106145" bIns="11141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Grab and insert the power cell into the rover dock</a:t>
          </a:r>
        </a:p>
      </dsp:txBody>
      <dsp:txXfrm>
        <a:off x="717715" y="1799919"/>
        <a:ext cx="2166179" cy="1299707"/>
      </dsp:txXfrm>
    </dsp:sp>
    <dsp:sp modelId="{CB19272E-C5DF-40A7-836E-5FE8D7FC70FD}">
      <dsp:nvSpPr>
        <dsp:cNvPr id="0" name=""/>
        <dsp:cNvSpPr/>
      </dsp:nvSpPr>
      <dsp:spPr>
        <a:xfrm>
          <a:off x="1800805" y="3097827"/>
          <a:ext cx="2664400" cy="467621"/>
        </a:xfrm>
        <a:custGeom>
          <a:avLst/>
          <a:gdLst/>
          <a:ahLst/>
          <a:cxnLst/>
          <a:rect l="0" t="0" r="0" b="0"/>
          <a:pathLst>
            <a:path>
              <a:moveTo>
                <a:pt x="2664400" y="0"/>
              </a:moveTo>
              <a:lnTo>
                <a:pt x="2664400" y="250910"/>
              </a:lnTo>
              <a:lnTo>
                <a:pt x="0" y="250910"/>
              </a:lnTo>
              <a:lnTo>
                <a:pt x="0" y="467621"/>
              </a:lnTo>
            </a:path>
          </a:pathLst>
        </a:custGeom>
        <a:noFill/>
        <a:ln w="9525" cap="rnd" cmpd="sng" algn="ctr">
          <a:solidFill>
            <a:schemeClr val="accent2">
              <a:hueOff val="-532544"/>
              <a:satOff val="-4401"/>
              <a:lumOff val="-9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5240" y="3329146"/>
        <a:ext cx="135529" cy="4982"/>
      </dsp:txXfrm>
    </dsp:sp>
    <dsp:sp modelId="{71B8DCCC-B0F5-4548-840D-40A8E3141DDC}">
      <dsp:nvSpPr>
        <dsp:cNvPr id="0" name=""/>
        <dsp:cNvSpPr/>
      </dsp:nvSpPr>
      <dsp:spPr>
        <a:xfrm>
          <a:off x="3382116" y="1799919"/>
          <a:ext cx="2166179" cy="1299707"/>
        </a:xfrm>
        <a:prstGeom prst="rect">
          <a:avLst/>
        </a:prstGeom>
        <a:gradFill rotWithShape="0">
          <a:gsLst>
            <a:gs pos="0">
              <a:schemeClr val="accent2">
                <a:hueOff val="-426035"/>
                <a:satOff val="-3521"/>
                <a:lumOff val="-7529"/>
                <a:alphaOff val="0"/>
                <a:tint val="96000"/>
                <a:lumMod val="104000"/>
              </a:schemeClr>
            </a:gs>
            <a:gs pos="100000">
              <a:schemeClr val="accent2">
                <a:hueOff val="-426035"/>
                <a:satOff val="-3521"/>
                <a:lumOff val="-752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145" tIns="111417" rIns="106145" bIns="11141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the repair tool on highlighted damaged parts</a:t>
          </a:r>
        </a:p>
      </dsp:txBody>
      <dsp:txXfrm>
        <a:off x="3382116" y="1799919"/>
        <a:ext cx="2166179" cy="1299707"/>
      </dsp:txXfrm>
    </dsp:sp>
    <dsp:sp modelId="{3B467402-4D89-4558-9E79-114733813DE9}">
      <dsp:nvSpPr>
        <dsp:cNvPr id="0" name=""/>
        <dsp:cNvSpPr/>
      </dsp:nvSpPr>
      <dsp:spPr>
        <a:xfrm>
          <a:off x="2882094" y="4201982"/>
          <a:ext cx="4676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7621" y="45720"/>
              </a:lnTo>
            </a:path>
          </a:pathLst>
        </a:custGeom>
        <a:noFill/>
        <a:ln w="9525" cap="rnd" cmpd="sng" algn="ctr">
          <a:solidFill>
            <a:schemeClr val="accent2">
              <a:hueOff val="-710059"/>
              <a:satOff val="-5868"/>
              <a:lumOff val="-1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3449" y="4245211"/>
        <a:ext cx="24911" cy="4982"/>
      </dsp:txXfrm>
    </dsp:sp>
    <dsp:sp modelId="{D5B6C128-F7AA-4023-BEF8-4DEA9BC65A65}">
      <dsp:nvSpPr>
        <dsp:cNvPr id="0" name=""/>
        <dsp:cNvSpPr/>
      </dsp:nvSpPr>
      <dsp:spPr>
        <a:xfrm>
          <a:off x="717715" y="3597848"/>
          <a:ext cx="2166179" cy="1299707"/>
        </a:xfrm>
        <a:prstGeom prst="rect">
          <a:avLst/>
        </a:prstGeom>
        <a:gradFill rotWithShape="0">
          <a:gsLst>
            <a:gs pos="0">
              <a:schemeClr val="accent2">
                <a:hueOff val="-568047"/>
                <a:satOff val="-4694"/>
                <a:lumOff val="-10039"/>
                <a:alphaOff val="0"/>
                <a:tint val="96000"/>
                <a:lumMod val="104000"/>
              </a:schemeClr>
            </a:gs>
            <a:gs pos="100000">
              <a:schemeClr val="accent2">
                <a:hueOff val="-568047"/>
                <a:satOff val="-4694"/>
                <a:lumOff val="-1003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145" tIns="111417" rIns="106145" bIns="11141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Place missing parts back onto snap targets when a level requires it</a:t>
          </a:r>
        </a:p>
      </dsp:txBody>
      <dsp:txXfrm>
        <a:off x="717715" y="3597848"/>
        <a:ext cx="2166179" cy="1299707"/>
      </dsp:txXfrm>
    </dsp:sp>
    <dsp:sp modelId="{4C2786A2-E9C6-40AA-97BA-598C2713AC6E}">
      <dsp:nvSpPr>
        <dsp:cNvPr id="0" name=""/>
        <dsp:cNvSpPr/>
      </dsp:nvSpPr>
      <dsp:spPr>
        <a:xfrm>
          <a:off x="3382116" y="3597848"/>
          <a:ext cx="2166179" cy="1299707"/>
        </a:xfrm>
        <a:prstGeom prst="rect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145" tIns="111417" rIns="106145" bIns="11141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Press CHECK, then SEND ROVER once the task is complete</a:t>
          </a:r>
        </a:p>
      </dsp:txBody>
      <dsp:txXfrm>
        <a:off x="3382116" y="3597848"/>
        <a:ext cx="2166179" cy="12997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C45F2-83A0-4024-BA7F-A661BC589F24}">
      <dsp:nvSpPr>
        <dsp:cNvPr id="0" name=""/>
        <dsp:cNvSpPr/>
      </dsp:nvSpPr>
      <dsp:spPr>
        <a:xfrm>
          <a:off x="0" y="0"/>
          <a:ext cx="103537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F3584-127D-45F4-B6F6-4055E59553D7}">
      <dsp:nvSpPr>
        <dsp:cNvPr id="0" name=""/>
        <dsp:cNvSpPr/>
      </dsp:nvSpPr>
      <dsp:spPr>
        <a:xfrm>
          <a:off x="0" y="0"/>
          <a:ext cx="2070752" cy="202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Base Requirements</a:t>
          </a:r>
        </a:p>
      </dsp:txBody>
      <dsp:txXfrm>
        <a:off x="0" y="0"/>
        <a:ext cx="2070752" cy="2029375"/>
      </dsp:txXfrm>
    </dsp:sp>
    <dsp:sp modelId="{C06A4D44-1904-42B0-952C-73ED34B5DB34}">
      <dsp:nvSpPr>
        <dsp:cNvPr id="0" name=""/>
        <dsp:cNvSpPr/>
      </dsp:nvSpPr>
      <dsp:spPr>
        <a:xfrm>
          <a:off x="2226058" y="23856"/>
          <a:ext cx="8127703" cy="477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Original theme: compact rover repair bay, not a lab reskin</a:t>
          </a:r>
        </a:p>
      </dsp:txBody>
      <dsp:txXfrm>
        <a:off x="2226058" y="23856"/>
        <a:ext cx="8127703" cy="477121"/>
      </dsp:txXfrm>
    </dsp:sp>
    <dsp:sp modelId="{9FC040EC-E247-4F00-BC6A-B06525C5F837}">
      <dsp:nvSpPr>
        <dsp:cNvPr id="0" name=""/>
        <dsp:cNvSpPr/>
      </dsp:nvSpPr>
      <dsp:spPr>
        <a:xfrm>
          <a:off x="2070752" y="500977"/>
          <a:ext cx="82830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45404-B429-4073-A447-7E917E0F05CD}">
      <dsp:nvSpPr>
        <dsp:cNvPr id="0" name=""/>
        <dsp:cNvSpPr/>
      </dsp:nvSpPr>
      <dsp:spPr>
        <a:xfrm>
          <a:off x="2226058" y="524833"/>
          <a:ext cx="8127703" cy="477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Custom 3D assets: power cell and repair tool, plus custom rover and garage bay</a:t>
          </a:r>
        </a:p>
      </dsp:txBody>
      <dsp:txXfrm>
        <a:off x="2226058" y="524833"/>
        <a:ext cx="8127703" cy="477121"/>
      </dsp:txXfrm>
    </dsp:sp>
    <dsp:sp modelId="{ED6FB5BE-13AC-4B06-BB4A-0D4A91EDEDFE}">
      <dsp:nvSpPr>
        <dsp:cNvPr id="0" name=""/>
        <dsp:cNvSpPr/>
      </dsp:nvSpPr>
      <dsp:spPr>
        <a:xfrm>
          <a:off x="2070752" y="1001954"/>
          <a:ext cx="82830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F6950-3CF9-4AA9-A9A3-E8631F22D8D2}">
      <dsp:nvSpPr>
        <dsp:cNvPr id="0" name=""/>
        <dsp:cNvSpPr/>
      </dsp:nvSpPr>
      <dsp:spPr>
        <a:xfrm>
          <a:off x="2226058" y="1025810"/>
          <a:ext cx="8127703" cy="477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GLTFLoader: runtime loads the garage bay, rover, power cell, and repair tool as separate models</a:t>
          </a:r>
        </a:p>
      </dsp:txBody>
      <dsp:txXfrm>
        <a:off x="2226058" y="1025810"/>
        <a:ext cx="8127703" cy="477121"/>
      </dsp:txXfrm>
    </dsp:sp>
    <dsp:sp modelId="{21E81CE1-3C91-4004-84CA-AF6249F0BE21}">
      <dsp:nvSpPr>
        <dsp:cNvPr id="0" name=""/>
        <dsp:cNvSpPr/>
      </dsp:nvSpPr>
      <dsp:spPr>
        <a:xfrm>
          <a:off x="2070752" y="1502931"/>
          <a:ext cx="82830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268091-7545-4610-A7F0-48850747BF2B}">
      <dsp:nvSpPr>
        <dsp:cNvPr id="0" name=""/>
        <dsp:cNvSpPr/>
      </dsp:nvSpPr>
      <dsp:spPr>
        <a:xfrm>
          <a:off x="2226058" y="1526787"/>
          <a:ext cx="8127703" cy="477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Core interactions: power-cell insertion, repair-tool use, and missing-part reattachment</a:t>
          </a:r>
        </a:p>
      </dsp:txBody>
      <dsp:txXfrm>
        <a:off x="2226058" y="1526787"/>
        <a:ext cx="8127703" cy="477121"/>
      </dsp:txXfrm>
    </dsp:sp>
    <dsp:sp modelId="{762BC6B2-9480-475B-B8E9-939DCB30C89F}">
      <dsp:nvSpPr>
        <dsp:cNvPr id="0" name=""/>
        <dsp:cNvSpPr/>
      </dsp:nvSpPr>
      <dsp:spPr>
        <a:xfrm>
          <a:off x="2070752" y="2003909"/>
          <a:ext cx="82830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DD02C-E486-4131-A17A-E42D795004DB}">
      <dsp:nvSpPr>
        <dsp:cNvPr id="0" name=""/>
        <dsp:cNvSpPr/>
      </dsp:nvSpPr>
      <dsp:spPr>
        <a:xfrm>
          <a:off x="0" y="2029375"/>
          <a:ext cx="103537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EDB7C-61B2-48A8-89D8-A475FC6CF83A}">
      <dsp:nvSpPr>
        <dsp:cNvPr id="0" name=""/>
        <dsp:cNvSpPr/>
      </dsp:nvSpPr>
      <dsp:spPr>
        <a:xfrm>
          <a:off x="0" y="2029375"/>
          <a:ext cx="2070752" cy="202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Advanced Features</a:t>
          </a:r>
        </a:p>
      </dsp:txBody>
      <dsp:txXfrm>
        <a:off x="0" y="2029375"/>
        <a:ext cx="2070752" cy="2029375"/>
      </dsp:txXfrm>
    </dsp:sp>
    <dsp:sp modelId="{09EA25CB-9090-4298-95D3-44AE82359A2E}">
      <dsp:nvSpPr>
        <dsp:cNvPr id="0" name=""/>
        <dsp:cNvSpPr/>
      </dsp:nvSpPr>
      <dsp:spPr>
        <a:xfrm>
          <a:off x="2226058" y="2061084"/>
          <a:ext cx="8127703" cy="634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Category A: Cannon-ES physics for tools, modules, loose parts, and collision proxies</a:t>
          </a:r>
        </a:p>
      </dsp:txBody>
      <dsp:txXfrm>
        <a:off x="2226058" y="2061084"/>
        <a:ext cx="8127703" cy="634179"/>
      </dsp:txXfrm>
    </dsp:sp>
    <dsp:sp modelId="{E8D1C17D-D5F1-4E23-A55A-DB41D770CF79}">
      <dsp:nvSpPr>
        <dsp:cNvPr id="0" name=""/>
        <dsp:cNvSpPr/>
      </dsp:nvSpPr>
      <dsp:spPr>
        <a:xfrm>
          <a:off x="2070752" y="2695264"/>
          <a:ext cx="82830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D662B-1A17-43CE-A183-CB7F663DCC86}">
      <dsp:nvSpPr>
        <dsp:cNvPr id="0" name=""/>
        <dsp:cNvSpPr/>
      </dsp:nvSpPr>
      <dsp:spPr>
        <a:xfrm>
          <a:off x="2226058" y="2726973"/>
          <a:ext cx="8127703" cy="634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Category A: multiple object types and modes, including buttons, rover, power cell, repair tool, repair targets, and missing parts</a:t>
          </a:r>
        </a:p>
      </dsp:txBody>
      <dsp:txXfrm>
        <a:off x="2226058" y="2726973"/>
        <a:ext cx="8127703" cy="634179"/>
      </dsp:txXfrm>
    </dsp:sp>
    <dsp:sp modelId="{6C3C58A8-08BB-41A5-9F64-8A85255E9B18}">
      <dsp:nvSpPr>
        <dsp:cNvPr id="0" name=""/>
        <dsp:cNvSpPr/>
      </dsp:nvSpPr>
      <dsp:spPr>
        <a:xfrm>
          <a:off x="2070752" y="3361153"/>
          <a:ext cx="82830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ABB6D-8665-4902-BD44-3FF862D4DE4B}">
      <dsp:nvSpPr>
        <dsp:cNvPr id="0" name=""/>
        <dsp:cNvSpPr/>
      </dsp:nvSpPr>
      <dsp:spPr>
        <a:xfrm>
          <a:off x="2226058" y="3392862"/>
          <a:ext cx="8127703" cy="634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Additional support: Blender Python scripts generate meaningful scene and asset content</a:t>
          </a:r>
        </a:p>
      </dsp:txBody>
      <dsp:txXfrm>
        <a:off x="2226058" y="3392862"/>
        <a:ext cx="8127703" cy="634179"/>
      </dsp:txXfrm>
    </dsp:sp>
    <dsp:sp modelId="{76C5A605-32FB-4DBF-A8E6-624B92A1688F}">
      <dsp:nvSpPr>
        <dsp:cNvPr id="0" name=""/>
        <dsp:cNvSpPr/>
      </dsp:nvSpPr>
      <dsp:spPr>
        <a:xfrm>
          <a:off x="2070752" y="4027042"/>
          <a:ext cx="82830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ACCC6-8F53-4355-AFCB-89F7D6B1012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175EF-E2E9-4119-B091-09CE48B2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3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175EF-E2E9-4119-B091-09CE48B29D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95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175EF-E2E9-4119-B091-09CE48B29D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89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175EF-E2E9-4119-B091-09CE48B29D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2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0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1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6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5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2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3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0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7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84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9015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90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20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1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4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0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781C376-0D00-4A5E-AD14-CCC9DDA441D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CD4292D-CC12-4773-A84F-138FCF820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75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AA11E8-29D4-B91D-5A5F-F57CF0898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4" b="20286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 useBgFill="1">
        <p:nvSpPr>
          <p:cNvPr id="10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1028777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FF1AC-1C90-B057-03C8-71FB0C1A3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6965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/>
              <a:t>Rover Ready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07905-DB32-C9B2-F85B-16B2CC70E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6963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1700" dirty="0">
                <a:solidFill>
                  <a:srgbClr val="CEC82B"/>
                </a:solidFill>
              </a:rPr>
              <a:t>Chirag Baviskar and Dhrumil Patel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652971-064F-4B32-A213-B326E652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9677" y="1595889"/>
            <a:ext cx="3749615" cy="3680604"/>
          </a:xfrm>
          <a:prstGeom prst="roundRect">
            <a:avLst>
              <a:gd name="adj" fmla="val 2847"/>
            </a:avLst>
          </a:prstGeom>
          <a:noFill/>
          <a:ln w="1270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9172-0DA2-87D7-4BC9-AEEFFE86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Completed Project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B89EC7-71CE-6354-8794-B3206CD18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447172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1543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FD93-C451-8800-B360-5079A5DD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Demo 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136E91-1EE2-70F0-6F3E-F836B0A9A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872177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290188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7FC4B-36FF-D31C-5D56-BE78D8A6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and Custom Assets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F541A-4EE6-126F-148E-38FE4BB6A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Elements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6C51A-8D5E-1879-AA1D-0F8D2843D4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Low-poly garage bay with floor markings, tool table, diagnostic screen, bay door, and button panel</a:t>
            </a:r>
          </a:p>
          <a:p>
            <a:r>
              <a:rPr lang="en-US" dirty="0"/>
              <a:t>Stylized six-wheel rover with a visible power-cell dock and repairable components</a:t>
            </a:r>
          </a:p>
          <a:p>
            <a:r>
              <a:rPr lang="en-US" dirty="0"/>
              <a:t>Rack objects for the power cell and handheld repair tool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859D8C-6DFE-C39C-5797-329FED406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Custom Blender Assets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2D579-03B6-8506-FBF0-7FAFD24DDD9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Power cell module</a:t>
            </a:r>
          </a:p>
          <a:p>
            <a:r>
              <a:rPr lang="en-US" dirty="0"/>
              <a:t>Handheld repair tool</a:t>
            </a:r>
          </a:p>
          <a:p>
            <a:r>
              <a:rPr lang="en-US" dirty="0"/>
              <a:t>Six-wheel service rover</a:t>
            </a:r>
          </a:p>
          <a:p>
            <a:r>
              <a:rPr lang="en-US" dirty="0"/>
              <a:t>Garage repair bay</a:t>
            </a:r>
          </a:p>
        </p:txBody>
      </p:sp>
    </p:spTree>
    <p:extLst>
      <p:ext uri="{BB962C8B-B14F-4D97-AF65-F5344CB8AC3E}">
        <p14:creationId xmlns:p14="http://schemas.microsoft.com/office/powerpoint/2010/main" val="151156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2F5BF-5647-19E4-D393-905009E8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/>
              <a:t>Scene and Custom Assets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80507-FAC8-C38A-40FE-D02212D4A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 marL="36900" indent="0">
              <a:lnSpc>
                <a:spcPct val="90000"/>
              </a:lnSpc>
              <a:buNone/>
            </a:pPr>
            <a:r>
              <a:rPr lang="en-US" dirty="0"/>
              <a:t>Scene Elements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Low-poly garage bay with floor markings, tool table, diagnostic screen, bay door, and button panel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Stylized six-wheel rover with a visible power-cell dock and repairable components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Rack objects for the power cell and handheld repair tool</a:t>
            </a:r>
            <a:endParaRPr lang="en-US"/>
          </a:p>
          <a:p>
            <a:pPr marL="36900" indent="0">
              <a:lnSpc>
                <a:spcPct val="90000"/>
              </a:lnSpc>
              <a:buNone/>
            </a:pPr>
            <a:r>
              <a:rPr lang="en-US" dirty="0"/>
              <a:t>Custom Blender Assets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Power cell module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Handheld repair tool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Six-wheel service rover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Garage repair bay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3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0E25-DFE1-9D93-A865-A2B41CF5E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Repair Bay Setup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6E7717F-093A-ACBD-9FE0-67FE8F07C70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7" b="21347"/>
          <a:stretch>
            <a:fillRect/>
          </a:stretch>
        </p:blipFill>
        <p:spPr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3DE91-C2CA-2354-5F5F-035273E12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rover parked in the work zone, with the mission screen, HUD, tool bench, and bay props visible around it.</a:t>
            </a:r>
          </a:p>
        </p:txBody>
      </p:sp>
    </p:spTree>
    <p:extLst>
      <p:ext uri="{BB962C8B-B14F-4D97-AF65-F5344CB8AC3E}">
        <p14:creationId xmlns:p14="http://schemas.microsoft.com/office/powerpoint/2010/main" val="139466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4085A47-67D9-6FFE-747F-0348030A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72" y="609600"/>
            <a:ext cx="5844759" cy="9704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Interaction 1: Power Module Insertion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155E1C-74F7-A60D-5FD5-40F8C5C1B0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2"/>
          <a:stretch>
            <a:fillRect/>
          </a:stretch>
        </p:blipFill>
        <p:spPr>
          <a:xfrm>
            <a:off x="632815" y="1591103"/>
            <a:ext cx="4003193" cy="3208096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9CC9EF6-2B92-7F25-E501-F7AFA66D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472" y="1828801"/>
            <a:ext cx="5844760" cy="3866048"/>
          </a:xfrm>
        </p:spPr>
        <p:txBody>
          <a:bodyPr anchor="ctr">
            <a:normAutofit/>
          </a:bodyPr>
          <a:lstStyle/>
          <a:p>
            <a:pPr>
              <a:buClr>
                <a:srgbClr val="FFAE3C"/>
              </a:buClr>
            </a:pPr>
            <a:r>
              <a:rPr lang="en-US" dirty="0"/>
              <a:t>The power cell starts as a grabbable object on the rack</a:t>
            </a:r>
            <a:endParaRPr lang="en-US"/>
          </a:p>
          <a:p>
            <a:pPr>
              <a:buClr>
                <a:srgbClr val="FFAE3C"/>
              </a:buClr>
            </a:pPr>
            <a:r>
              <a:rPr lang="en-US" dirty="0"/>
              <a:t>Cannon-ES gives it a physical body while it is loose</a:t>
            </a:r>
            <a:endParaRPr lang="en-US"/>
          </a:p>
          <a:p>
            <a:pPr>
              <a:buClr>
                <a:srgbClr val="FFAE3C"/>
              </a:buClr>
            </a:pPr>
            <a:r>
              <a:rPr lang="en-US" dirty="0"/>
              <a:t>The rover model includes a named snap target for the dock</a:t>
            </a:r>
            <a:endParaRPr lang="en-US"/>
          </a:p>
          <a:p>
            <a:pPr>
              <a:buClr>
                <a:srgbClr val="FFAE3C"/>
              </a:buClr>
            </a:pPr>
            <a:r>
              <a:rPr lang="en-US" dirty="0"/>
              <a:t>When the player aligns the cell near the dock, it snaps into place and locks to the rover</a:t>
            </a:r>
            <a:endParaRPr lang="en-US"/>
          </a:p>
          <a:p>
            <a:pPr>
              <a:buClr>
                <a:srgbClr val="FFAE3C"/>
              </a:buClr>
            </a:pPr>
            <a:r>
              <a:rPr lang="en-US" dirty="0"/>
              <a:t>The HUD, score, and rover-check state update after insertion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8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53B1-ADF5-DD1E-BF71-C619D95C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Interaction 2: Repair and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A216-23C1-1979-04C3-63F88CA5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546272" cy="4058751"/>
          </a:xfrm>
        </p:spPr>
        <p:txBody>
          <a:bodyPr anchor="ctr">
            <a:normAutofit/>
          </a:bodyPr>
          <a:lstStyle/>
          <a:p>
            <a:pPr>
              <a:buClr>
                <a:srgbClr val="FF4700"/>
              </a:buClr>
            </a:pPr>
            <a:r>
              <a:rPr lang="en-US" dirty="0"/>
              <a:t>The repair tool is a separate grabbable object with its own behavior</a:t>
            </a:r>
            <a:endParaRPr lang="en-US"/>
          </a:p>
          <a:p>
            <a:pPr>
              <a:buClr>
                <a:srgbClr val="FF4700"/>
              </a:buClr>
            </a:pPr>
            <a:r>
              <a:rPr lang="en-US" dirty="0"/>
              <a:t>Damaged targets glow red while the tool is being used</a:t>
            </a:r>
            <a:endParaRPr lang="en-US"/>
          </a:p>
          <a:p>
            <a:pPr>
              <a:buClr>
                <a:srgbClr val="FF4700"/>
              </a:buClr>
            </a:pPr>
            <a:r>
              <a:rPr lang="en-US" dirty="0"/>
              <a:t>Holding the tool on a target long enough marks it as repaired</a:t>
            </a:r>
            <a:endParaRPr lang="en-US"/>
          </a:p>
          <a:p>
            <a:pPr>
              <a:buClr>
                <a:srgbClr val="FF4700"/>
              </a:buClr>
            </a:pPr>
            <a:r>
              <a:rPr lang="en-US" dirty="0"/>
              <a:t>Some levels spawn missing rover parts as loose grabbable objects</a:t>
            </a:r>
            <a:endParaRPr lang="en-US"/>
          </a:p>
          <a:p>
            <a:pPr>
              <a:buClr>
                <a:srgbClr val="FF4700"/>
              </a:buClr>
            </a:pPr>
            <a:r>
              <a:rPr lang="en-US" dirty="0"/>
              <a:t>Missing parts show snap markers and reattach when placed near the correct rover target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661026-DE64-47F1-9F88-0847B5FB3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998132"/>
            <a:ext cx="4333632" cy="3521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B3385-468E-5693-BB23-5FCBF51A6E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2"/>
          <a:stretch>
            <a:fillRect/>
          </a:stretch>
        </p:blipFill>
        <p:spPr>
          <a:xfrm>
            <a:off x="7066560" y="2132822"/>
            <a:ext cx="4065464" cy="32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5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ED2D-36D5-EB21-592D-20286FF2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Fit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17AD016-7680-E145-9EAD-FBDB2A4F20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653497"/>
              </p:ext>
            </p:extLst>
          </p:nvPr>
        </p:nvGraphicFramePr>
        <p:xfrm>
          <a:off x="913795" y="1732449"/>
          <a:ext cx="1035376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608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4692-3456-BD06-4436-28A17D30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Contributions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6CD95-ABE5-AA51-7DC5-A378B7D5E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Chirag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726A2-05E8-B27A-091F-F91BECC521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Blender asset direction for the rover-ready prop set</a:t>
            </a:r>
          </a:p>
          <a:p>
            <a:r>
              <a:rPr lang="en-US" dirty="0"/>
              <a:t>Low-poly visual consistency, asset cleanup, and export organization</a:t>
            </a:r>
          </a:p>
          <a:p>
            <a:r>
              <a:rPr lang="en-US" dirty="0"/>
              <a:t>Asset documentation and final packaging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64FEF-FE9D-CD36-A557-BFAE0C162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Dhrumil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01C44-28ED-375F-1A68-E5B3F704A14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WebXR</a:t>
            </a:r>
            <a:r>
              <a:rPr lang="en-US" dirty="0"/>
              <a:t> scene setup and Three.js runtime integration</a:t>
            </a:r>
          </a:p>
          <a:p>
            <a:r>
              <a:rPr lang="en-US" dirty="0"/>
              <a:t>Controller, desktop, and emulator interaction handling</a:t>
            </a:r>
          </a:p>
          <a:p>
            <a:r>
              <a:rPr lang="en-US" dirty="0"/>
              <a:t>Cannon-ES physics setup and collision proxy behavior</a:t>
            </a:r>
          </a:p>
          <a:p>
            <a:r>
              <a:rPr lang="en-US" dirty="0"/>
              <a:t>Rover arrival flow, power insertion, repair logic, levels, scoring, and HUD state</a:t>
            </a:r>
          </a:p>
        </p:txBody>
      </p:sp>
    </p:spTree>
    <p:extLst>
      <p:ext uri="{BB962C8B-B14F-4D97-AF65-F5344CB8AC3E}">
        <p14:creationId xmlns:p14="http://schemas.microsoft.com/office/powerpoint/2010/main" val="2613022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15AC-FD2E-4A52-52F4-52ECAA03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38240-C38C-D766-E350-BC4239B01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Was Challenging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84DDA-B3A2-EAD3-81BA-A7623482AA0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Keeping Blender model geometry aligned with runtime snap points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Making physics objects feel stable enough for VR interaction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Avoiding scope creep while still meeting the advanced-feature requirements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Matching visible GLB models with invisible collision and interaction proxies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CAA03-0534-15E3-33D3-0633811C1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What VR Adds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D15D31-6C61-774F-3365-BE3E3EF1FBA9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The power-cell insertion works because the player physically aligns an object in 3D space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The repair tool feels more natural as a hand-held action than as a flat-screen button press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The rover state changes are easier to understand when the player is standing next to it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6DD5B6-9229-44B0-4AA6-172E531B8C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812D50-F385-16D8-AAB5-5A450665918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Add sound effects and stronger tool feedback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Add more varied repair jobs and diagnostic screen states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Polish the rover departure and completion feedback</a:t>
            </a:r>
          </a:p>
          <a:p>
            <a:pPr marL="285750" indent="-285750" algn="l">
              <a:buFont typeface="Wingdings 2" panose="05020102010507070707" pitchFamily="18" charset="2"/>
              <a:buChar char="±"/>
            </a:pPr>
            <a:r>
              <a:rPr lang="en-US" dirty="0"/>
              <a:t>Improve headset testing beyond the emulator workflow</a:t>
            </a:r>
          </a:p>
        </p:txBody>
      </p:sp>
    </p:spTree>
    <p:extLst>
      <p:ext uri="{BB962C8B-B14F-4D97-AF65-F5344CB8AC3E}">
        <p14:creationId xmlns:p14="http://schemas.microsoft.com/office/powerpoint/2010/main" val="3097641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d5ed70-1cee-4514-8fc8-753d55a1914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E703BF4E904B95487C5D73C01106" ma:contentTypeVersion="9" ma:contentTypeDescription="Create a new document." ma:contentTypeScope="" ma:versionID="b1ab7c631fb5ce09e7d2c747df9c9235">
  <xsd:schema xmlns:xsd="http://www.w3.org/2001/XMLSchema" xmlns:xs="http://www.w3.org/2001/XMLSchema" xmlns:p="http://schemas.microsoft.com/office/2006/metadata/properties" xmlns:ns3="9fd5ed70-1cee-4514-8fc8-753d55a1914a" xmlns:ns4="b9b31882-ea58-45ce-aeb3-d8d1a4acb50a" targetNamespace="http://schemas.microsoft.com/office/2006/metadata/properties" ma:root="true" ma:fieldsID="1628f6d4f9d8688e0f80bdb5ddc6c4b4" ns3:_="" ns4:_="">
    <xsd:import namespace="9fd5ed70-1cee-4514-8fc8-753d55a1914a"/>
    <xsd:import namespace="b9b31882-ea58-45ce-aeb3-d8d1a4acb50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5ed70-1cee-4514-8fc8-753d55a191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31882-ea58-45ce-aeb3-d8d1a4acb50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2B33EC-28C7-4B97-8298-845A2F8554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2916D5-BCA7-42CC-8BDB-D82933C49EEA}">
  <ds:schemaRefs>
    <ds:schemaRef ds:uri="9fd5ed70-1cee-4514-8fc8-753d55a1914a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b9b31882-ea58-45ce-aeb3-d8d1a4acb50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402A89-5713-4FD7-B50E-9DCE7B1239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5ed70-1cee-4514-8fc8-753d55a1914a"/>
    <ds:schemaRef ds:uri="b9b31882-ea58-45ce-aeb3-d8d1a4acb5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VR Project 2 Proposal Presentation</Template>
  <TotalTime>184</TotalTime>
  <Words>728</Words>
  <Application>Microsoft Office PowerPoint</Application>
  <PresentationFormat>Widescreen</PresentationFormat>
  <Paragraphs>86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Wingdings 2</vt:lpstr>
      <vt:lpstr>Aptos</vt:lpstr>
      <vt:lpstr>Calisto MT</vt:lpstr>
      <vt:lpstr>Slate</vt:lpstr>
      <vt:lpstr>Rover Ready</vt:lpstr>
      <vt:lpstr>Completed Project Overview</vt:lpstr>
      <vt:lpstr>Demo Flow</vt:lpstr>
      <vt:lpstr>Scene and Custom Assets</vt:lpstr>
      <vt:lpstr>Scene and Custom Assets</vt:lpstr>
      <vt:lpstr>Repair Bay Setup</vt:lpstr>
      <vt:lpstr>Interaction 1: Power Module Insertion</vt:lpstr>
      <vt:lpstr>Interaction 2: Repair and Replacement</vt:lpstr>
      <vt:lpstr>Requirement Fit</vt:lpstr>
      <vt:lpstr>Individual Contributions</vt:lpstr>
      <vt:lpstr>Reflection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Chirag Baviskar</dc:creator>
  <cp:lastModifiedBy>Chirag Baviskar</cp:lastModifiedBy>
  <cp:revision>2</cp:revision>
  <dcterms:created xsi:type="dcterms:W3CDTF">2026-05-04T15:37:02Z</dcterms:created>
  <dcterms:modified xsi:type="dcterms:W3CDTF">2026-05-04T18:41:52Z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0x01010057CEE703BF4E904B95487C5D73C01106</vt:lpwstr>
  </property>
</Properties>
</file>